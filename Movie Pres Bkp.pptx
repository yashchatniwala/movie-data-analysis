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5" r:id="rId5"/>
    <p:sldId id="266" r:id="rId6"/>
    <p:sldId id="268" r:id="rId7"/>
    <p:sldId id="270" r:id="rId8"/>
    <p:sldId id="271" r:id="rId9"/>
    <p:sldId id="267" r:id="rId10"/>
    <p:sldId id="263" r:id="rId11"/>
    <p:sldId id="275" r:id="rId12"/>
    <p:sldId id="272" r:id="rId13"/>
    <p:sldId id="274" r:id="rId14"/>
    <p:sldId id="273" r:id="rId15"/>
    <p:sldId id="277" r:id="rId16"/>
    <p:sldId id="278" r:id="rId17"/>
    <p:sldId id="279" r:id="rId18"/>
    <p:sldId id="286" r:id="rId19"/>
    <p:sldId id="280" r:id="rId20"/>
    <p:sldId id="282" r:id="rId21"/>
    <p:sldId id="276" r:id="rId22"/>
    <p:sldId id="269" r:id="rId23"/>
    <p:sldId id="261" r:id="rId24"/>
    <p:sldId id="285" r:id="rId25"/>
    <p:sldId id="284" r:id="rId26"/>
    <p:sldId id="287" r:id="rId27"/>
    <p:sldId id="2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C1ED"/>
    <a:srgbClr val="000066"/>
    <a:srgbClr val="78206E"/>
    <a:srgbClr val="AD90D4"/>
    <a:srgbClr val="4D2082"/>
    <a:srgbClr val="072BC5"/>
    <a:srgbClr val="7746B8"/>
    <a:srgbClr val="F86E6E"/>
    <a:srgbClr val="0BCF84"/>
    <a:srgbClr val="6733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103" d="100"/>
          <a:sy n="103" d="100"/>
        </p:scale>
        <p:origin x="-102"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A1205-6E8E-4B5A-B81C-24F696635F05}" type="datetimeFigureOut">
              <a:rPr lang="en-IN" smtClean="0"/>
              <a:t>21-12-2025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9B1DED-9AC2-4CF1-B143-2AA40E28E974}" type="slidenum">
              <a:rPr lang="en-IN" smtClean="0"/>
              <a:t>‹#›</a:t>
            </a:fld>
            <a:endParaRPr lang="en-IN"/>
          </a:p>
        </p:txBody>
      </p:sp>
    </p:spTree>
    <p:extLst>
      <p:ext uri="{BB962C8B-B14F-4D97-AF65-F5344CB8AC3E}">
        <p14:creationId xmlns:p14="http://schemas.microsoft.com/office/powerpoint/2010/main" val="1844586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79B1DED-9AC2-4CF1-B143-2AA40E28E974}" type="slidenum">
              <a:rPr lang="en-IN" smtClean="0"/>
              <a:t>13</a:t>
            </a:fld>
            <a:endParaRPr lang="en-IN"/>
          </a:p>
        </p:txBody>
      </p:sp>
    </p:spTree>
    <p:extLst>
      <p:ext uri="{BB962C8B-B14F-4D97-AF65-F5344CB8AC3E}">
        <p14:creationId xmlns:p14="http://schemas.microsoft.com/office/powerpoint/2010/main" val="66537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D267-51E6-9D97-D6FB-FCC0FD5F35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17B55C-7B96-A369-B6D6-6570C3925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F38B54-D32B-2560-1CCA-6B16FF91F6A6}"/>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7876C7C1-E15D-DD6B-DF32-28F390F81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B5416B-FCCB-A959-ACDE-A7313BED1D42}"/>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307590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8C65-6A3D-387C-4286-50FC907739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3C8E55-7E3C-745A-D217-93D15325CD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4440A2-669C-37B0-23E0-42756B60E763}"/>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3C3D2AD7-107D-D3B1-11A8-5E216AB853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8FB50-89B7-E7CA-12A9-8540659631C2}"/>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1601605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8BBC-329D-A98E-2DDA-72C3E747E5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DF1304-1FA1-CF93-FF2D-067E39C493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F85B07-E8AA-3F5F-B1D3-10D168EAAE7B}"/>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D7B95975-D75A-1533-0C32-6A4FDCEEA3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4222F5-DE63-23A0-12F5-E84311CFC956}"/>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2011861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48C0-7694-B08B-C532-E4009D9805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18008C-481D-FCD6-8BD2-58600EE33E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F0D252-5F4E-CD75-0452-475A719215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5572B9B-DD9D-106A-284F-32CDF5B3E980}"/>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6" name="Footer Placeholder 5">
            <a:extLst>
              <a:ext uri="{FF2B5EF4-FFF2-40B4-BE49-F238E27FC236}">
                <a16:creationId xmlns:a16="http://schemas.microsoft.com/office/drawing/2014/main" id="{867FBCBE-045B-4F06-5336-E72F5BCF83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BA14E5-FC74-A528-F8A3-FBD29DC3E1A0}"/>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2831114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BA995-7A3B-FC52-C166-46437C2F66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8DF9CD-12D9-B680-292A-1A9CC0171B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2771BB-22F7-740A-CCF6-7CAE4D9630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0903F3-1FBB-A51E-77D2-7C5CBF281A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61E82A-52CA-9A92-8CA4-7B53194A58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06B24D-176A-F6AD-2F85-F120A0089182}"/>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8" name="Footer Placeholder 7">
            <a:extLst>
              <a:ext uri="{FF2B5EF4-FFF2-40B4-BE49-F238E27FC236}">
                <a16:creationId xmlns:a16="http://schemas.microsoft.com/office/drawing/2014/main" id="{B3D8B258-20C5-E56F-29D8-388B4396B3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03B139-A545-77E4-2311-702271285785}"/>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710081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F696-C7FF-8345-E36D-BFAA1CF277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59811C-E041-3B90-0C15-C6EBD7E0BC8E}"/>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4" name="Footer Placeholder 3">
            <a:extLst>
              <a:ext uri="{FF2B5EF4-FFF2-40B4-BE49-F238E27FC236}">
                <a16:creationId xmlns:a16="http://schemas.microsoft.com/office/drawing/2014/main" id="{E0FE94CD-34A0-FF78-C03F-C5683FA48E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BBC7C8-CAD4-B089-FAB5-C6D8181B085B}"/>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268040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04B0B3-4802-FA39-C177-F68B14BFE14B}"/>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3" name="Footer Placeholder 2">
            <a:extLst>
              <a:ext uri="{FF2B5EF4-FFF2-40B4-BE49-F238E27FC236}">
                <a16:creationId xmlns:a16="http://schemas.microsoft.com/office/drawing/2014/main" id="{B81C4E0C-5AB3-7B36-B2A7-705F2A34F7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98D5DA-012E-4059-AA4D-8346864A0EEC}"/>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4184088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25CB-19B5-D5F1-4835-96238770B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2B9983-19E3-3AB6-2324-C3F34D1555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79910F-8810-A4D7-8A06-19E3EBED1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DF1B2D-C593-4551-C185-A68E3FC2042A}"/>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6" name="Footer Placeholder 5">
            <a:extLst>
              <a:ext uri="{FF2B5EF4-FFF2-40B4-BE49-F238E27FC236}">
                <a16:creationId xmlns:a16="http://schemas.microsoft.com/office/drawing/2014/main" id="{23B02600-0ACC-1FCD-E8F5-56B77C0C4D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5AABB0-A1B4-9F70-D6C4-3284CD5E6E65}"/>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4214547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D51E-132D-88B5-45BF-49519E3A7A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5F0AA7-8C80-A48C-5ED4-1308CB6334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54B2A9-42DD-8500-F66E-51271BD7F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5ED93-0A23-49C6-6FB1-D482D8C82438}"/>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6" name="Footer Placeholder 5">
            <a:extLst>
              <a:ext uri="{FF2B5EF4-FFF2-40B4-BE49-F238E27FC236}">
                <a16:creationId xmlns:a16="http://schemas.microsoft.com/office/drawing/2014/main" id="{807B9B20-B43A-E6B1-96CA-F36A890E80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C65049-6986-E242-7257-0D2C7A5C1AA6}"/>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150258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5222-65E7-FA99-FEC6-35171281F7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E8A732-C943-6C89-D959-F3126088C2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CC8FBD-42B3-B115-33A4-34D0E43069B9}"/>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631C3D75-D242-1F33-8561-7B487F62E2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201D00-0DF9-591D-7B13-3D9C192FDC17}"/>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1530872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1A134-86CA-21E1-B955-55235EA8D5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CFAD52-FDC7-6269-6079-C707C387CD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46F5AA-B1EA-BDA3-DF90-279A8E5A9BEA}"/>
              </a:ext>
            </a:extLst>
          </p:cNvPr>
          <p:cNvSpPr>
            <a:spLocks noGrp="1"/>
          </p:cNvSpPr>
          <p:nvPr>
            <p:ph type="dt" sz="half" idx="10"/>
          </p:nvPr>
        </p:nvSpPr>
        <p:spPr/>
        <p:txBody>
          <a:body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2E466891-C8B7-F7B0-B8AF-2E6006E3DE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F1FDCC-CF0F-5F0B-9FA8-D062BE4242E7}"/>
              </a:ext>
            </a:extLst>
          </p:cNvPr>
          <p:cNvSpPr>
            <a:spLocks noGrp="1"/>
          </p:cNvSpPr>
          <p:nvPr>
            <p:ph type="sldNum" sz="quarter" idx="12"/>
          </p:nvPr>
        </p:nvSpPr>
        <p:spPr/>
        <p:txBody>
          <a:bodyPr/>
          <a:lstStyle/>
          <a:p>
            <a:fld id="{634B9181-ABAE-47BF-AF34-53C7CF0A94F5}" type="slidenum">
              <a:rPr lang="en-IN" smtClean="0"/>
              <a:t>‹#›</a:t>
            </a:fld>
            <a:endParaRPr lang="en-IN"/>
          </a:p>
        </p:txBody>
      </p:sp>
    </p:spTree>
    <p:extLst>
      <p:ext uri="{BB962C8B-B14F-4D97-AF65-F5344CB8AC3E}">
        <p14:creationId xmlns:p14="http://schemas.microsoft.com/office/powerpoint/2010/main" val="2366178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9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0D4568-9774-0C56-B1AB-BA45CD62A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9896A6-8904-DC2B-8F61-35638BCBE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408164-548C-ECEC-365E-97C5418F0F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D6701E-F1D7-4E26-BC89-5C7DC9C91244}" type="datetimeFigureOut">
              <a:rPr lang="en-IN" smtClean="0"/>
              <a:t>21-12-2025</a:t>
            </a:fld>
            <a:endParaRPr lang="en-IN"/>
          </a:p>
        </p:txBody>
      </p:sp>
      <p:sp>
        <p:nvSpPr>
          <p:cNvPr id="5" name="Footer Placeholder 4">
            <a:extLst>
              <a:ext uri="{FF2B5EF4-FFF2-40B4-BE49-F238E27FC236}">
                <a16:creationId xmlns:a16="http://schemas.microsoft.com/office/drawing/2014/main" id="{1B5765C7-12DE-9A04-D497-5521DDCA94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836BB82-3B80-18BE-4521-127B7C55A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4B9181-ABAE-47BF-AF34-53C7CF0A94F5}" type="slidenum">
              <a:rPr lang="en-IN" smtClean="0"/>
              <a:t>‹#›</a:t>
            </a:fld>
            <a:endParaRPr lang="en-IN"/>
          </a:p>
        </p:txBody>
      </p:sp>
    </p:spTree>
    <p:extLst>
      <p:ext uri="{BB962C8B-B14F-4D97-AF65-F5344CB8AC3E}">
        <p14:creationId xmlns:p14="http://schemas.microsoft.com/office/powerpoint/2010/main" val="2921406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C17325B-DEC3-B6FD-8E8E-DC2E7D879B62}"/>
              </a:ext>
            </a:extLst>
          </p:cNvPr>
          <p:cNvSpPr/>
          <p:nvPr/>
        </p:nvSpPr>
        <p:spPr>
          <a:xfrm>
            <a:off x="-7940006" y="-49076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D077FED2-9391-2718-4CF9-DCB13443A912}"/>
              </a:ext>
            </a:extLst>
          </p:cNvPr>
          <p:cNvSpPr txBox="1"/>
          <p:nvPr/>
        </p:nvSpPr>
        <p:spPr>
          <a:xfrm>
            <a:off x="-7485967" y="2892470"/>
            <a:ext cx="7391399" cy="1938992"/>
          </a:xfrm>
          <a:prstGeom prst="rect">
            <a:avLst/>
          </a:prstGeom>
          <a:noFill/>
        </p:spPr>
        <p:txBody>
          <a:bodyPr wrap="square" rtlCol="0">
            <a:spAutoFit/>
          </a:bodyPr>
          <a:lstStyle/>
          <a:p>
            <a:r>
              <a:rPr lang="en-IN" sz="6000" dirty="0">
                <a:latin typeface="Lora" pitchFamily="2" charset="0"/>
              </a:rPr>
              <a:t>Market Overview    5.</a:t>
            </a:r>
          </a:p>
        </p:txBody>
      </p:sp>
      <p:sp>
        <p:nvSpPr>
          <p:cNvPr id="11" name="Oval 10">
            <a:extLst>
              <a:ext uri="{FF2B5EF4-FFF2-40B4-BE49-F238E27FC236}">
                <a16:creationId xmlns:a16="http://schemas.microsoft.com/office/drawing/2014/main" id="{FBA99079-15BF-CB58-2643-F893C70C610C}"/>
              </a:ext>
            </a:extLst>
          </p:cNvPr>
          <p:cNvSpPr/>
          <p:nvPr/>
        </p:nvSpPr>
        <p:spPr>
          <a:xfrm>
            <a:off x="-8191046" y="-357668"/>
            <a:ext cx="7391400" cy="7810499"/>
          </a:xfrm>
          <a:prstGeom prst="ellipse">
            <a:avLst/>
          </a:prstGeom>
          <a:solidFill>
            <a:schemeClr val="accent5">
              <a:lumMod val="75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F4BADB47-B269-4700-F87D-DA8F46D5356A}"/>
              </a:ext>
            </a:extLst>
          </p:cNvPr>
          <p:cNvSpPr txBox="1"/>
          <p:nvPr/>
        </p:nvSpPr>
        <p:spPr>
          <a:xfrm>
            <a:off x="-7799162" y="2804888"/>
            <a:ext cx="7391399" cy="1938992"/>
          </a:xfrm>
          <a:prstGeom prst="rect">
            <a:avLst/>
          </a:prstGeom>
          <a:noFill/>
        </p:spPr>
        <p:txBody>
          <a:bodyPr wrap="square" rtlCol="0">
            <a:spAutoFit/>
          </a:bodyPr>
          <a:lstStyle/>
          <a:p>
            <a:r>
              <a:rPr lang="en-IN" sz="6000" dirty="0">
                <a:latin typeface="Lora" pitchFamily="2" charset="0"/>
              </a:rPr>
              <a:t>Market Overview    4.</a:t>
            </a:r>
          </a:p>
        </p:txBody>
      </p:sp>
      <p:sp>
        <p:nvSpPr>
          <p:cNvPr id="12" name="Oval 11">
            <a:extLst>
              <a:ext uri="{FF2B5EF4-FFF2-40B4-BE49-F238E27FC236}">
                <a16:creationId xmlns:a16="http://schemas.microsoft.com/office/drawing/2014/main" id="{0F72146D-F323-4637-5DDB-D1540BD78522}"/>
              </a:ext>
            </a:extLst>
          </p:cNvPr>
          <p:cNvSpPr/>
          <p:nvPr/>
        </p:nvSpPr>
        <p:spPr>
          <a:xfrm>
            <a:off x="-8526697" y="-445990"/>
            <a:ext cx="7391400" cy="7810500"/>
          </a:xfrm>
          <a:prstGeom prst="ellipse">
            <a:avLst/>
          </a:prstGeom>
          <a:solidFill>
            <a:schemeClr val="accent5">
              <a:lumMod val="60000"/>
              <a:lumOff val="4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A404002-154E-B141-05D8-28DF5500BE48}"/>
              </a:ext>
            </a:extLst>
          </p:cNvPr>
          <p:cNvSpPr txBox="1"/>
          <p:nvPr/>
        </p:nvSpPr>
        <p:spPr>
          <a:xfrm>
            <a:off x="-7508423" y="2728696"/>
            <a:ext cx="7391399" cy="1938992"/>
          </a:xfrm>
          <a:prstGeom prst="rect">
            <a:avLst/>
          </a:prstGeom>
          <a:noFill/>
        </p:spPr>
        <p:txBody>
          <a:bodyPr wrap="square" rtlCol="0">
            <a:spAutoFit/>
          </a:bodyPr>
          <a:lstStyle/>
          <a:p>
            <a:r>
              <a:rPr lang="en-IN" sz="6000" dirty="0">
                <a:latin typeface="Lora" pitchFamily="2" charset="0"/>
              </a:rPr>
              <a:t>Market Overview    3.</a:t>
            </a:r>
          </a:p>
        </p:txBody>
      </p:sp>
      <p:sp>
        <p:nvSpPr>
          <p:cNvPr id="13" name="Oval 12">
            <a:extLst>
              <a:ext uri="{FF2B5EF4-FFF2-40B4-BE49-F238E27FC236}">
                <a16:creationId xmlns:a16="http://schemas.microsoft.com/office/drawing/2014/main" id="{7EFE1543-028B-1385-C105-D4978C1F8DF6}"/>
              </a:ext>
            </a:extLst>
          </p:cNvPr>
          <p:cNvSpPr/>
          <p:nvPr/>
        </p:nvSpPr>
        <p:spPr>
          <a:xfrm>
            <a:off x="-8580907" y="-507753"/>
            <a:ext cx="7391400" cy="7810500"/>
          </a:xfrm>
          <a:prstGeom prst="ellipse">
            <a:avLst/>
          </a:prstGeom>
          <a:solidFill>
            <a:schemeClr val="accent5">
              <a:lumMod val="40000"/>
              <a:lumOff val="6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B896BE7E-8923-4266-D061-F23887BB1D16}"/>
              </a:ext>
            </a:extLst>
          </p:cNvPr>
          <p:cNvSpPr txBox="1"/>
          <p:nvPr/>
        </p:nvSpPr>
        <p:spPr>
          <a:xfrm>
            <a:off x="-7784194" y="2845302"/>
            <a:ext cx="7391399" cy="1938992"/>
          </a:xfrm>
          <a:prstGeom prst="rect">
            <a:avLst/>
          </a:prstGeom>
          <a:noFill/>
        </p:spPr>
        <p:txBody>
          <a:bodyPr wrap="square" rtlCol="0">
            <a:spAutoFit/>
          </a:bodyPr>
          <a:lstStyle/>
          <a:p>
            <a:r>
              <a:rPr lang="en-IN" sz="6000" dirty="0">
                <a:latin typeface="Lora" pitchFamily="2" charset="0"/>
              </a:rPr>
              <a:t>Market Overview    2.</a:t>
            </a:r>
          </a:p>
        </p:txBody>
      </p:sp>
      <p:sp>
        <p:nvSpPr>
          <p:cNvPr id="14" name="Oval 13">
            <a:extLst>
              <a:ext uri="{FF2B5EF4-FFF2-40B4-BE49-F238E27FC236}">
                <a16:creationId xmlns:a16="http://schemas.microsoft.com/office/drawing/2014/main" id="{290CDFC8-BB1C-4639-5204-E97DFF0005CF}"/>
              </a:ext>
            </a:extLst>
          </p:cNvPr>
          <p:cNvSpPr/>
          <p:nvPr/>
        </p:nvSpPr>
        <p:spPr>
          <a:xfrm>
            <a:off x="-8288350" y="-552117"/>
            <a:ext cx="7391400" cy="7810500"/>
          </a:xfrm>
          <a:prstGeom prst="ellipse">
            <a:avLst/>
          </a:prstGeom>
          <a:solidFill>
            <a:schemeClr val="accent5">
              <a:lumMod val="20000"/>
              <a:lumOff val="8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6A105F92-2DB1-3951-1C3E-9AB530534DF9}"/>
              </a:ext>
            </a:extLst>
          </p:cNvPr>
          <p:cNvSpPr txBox="1"/>
          <p:nvPr/>
        </p:nvSpPr>
        <p:spPr>
          <a:xfrm>
            <a:off x="-7076840" y="2724343"/>
            <a:ext cx="5676665" cy="1938992"/>
          </a:xfrm>
          <a:prstGeom prst="rect">
            <a:avLst/>
          </a:prstGeom>
          <a:noFill/>
        </p:spPr>
        <p:txBody>
          <a:bodyPr wrap="square" rtlCol="0">
            <a:spAutoFit/>
          </a:bodyPr>
          <a:lstStyle/>
          <a:p>
            <a:r>
              <a:rPr lang="en-IN" sz="6000" dirty="0">
                <a:latin typeface="Lora" pitchFamily="2" charset="0"/>
              </a:rPr>
              <a:t>Introduction    1.6</a:t>
            </a:r>
          </a:p>
        </p:txBody>
      </p:sp>
      <p:sp>
        <p:nvSpPr>
          <p:cNvPr id="4" name="TextBox 3">
            <a:extLst>
              <a:ext uri="{FF2B5EF4-FFF2-40B4-BE49-F238E27FC236}">
                <a16:creationId xmlns:a16="http://schemas.microsoft.com/office/drawing/2014/main" id="{1C173CD2-CC44-FBDB-52F3-222D830A8ECA}"/>
              </a:ext>
            </a:extLst>
          </p:cNvPr>
          <p:cNvSpPr txBox="1"/>
          <p:nvPr/>
        </p:nvSpPr>
        <p:spPr>
          <a:xfrm>
            <a:off x="-7232651" y="2650877"/>
            <a:ext cx="5570310" cy="1938992"/>
          </a:xfrm>
          <a:prstGeom prst="rect">
            <a:avLst/>
          </a:prstGeom>
          <a:noFill/>
        </p:spPr>
        <p:txBody>
          <a:bodyPr wrap="square" rtlCol="0">
            <a:spAutoFit/>
          </a:bodyPr>
          <a:lstStyle/>
          <a:p>
            <a:r>
              <a:rPr lang="en-IN" sz="6000" dirty="0">
                <a:latin typeface="Lora" pitchFamily="2" charset="0"/>
              </a:rPr>
              <a:t>Introduction    1.</a:t>
            </a:r>
          </a:p>
        </p:txBody>
      </p:sp>
      <p:sp>
        <p:nvSpPr>
          <p:cNvPr id="15" name="Oval 14">
            <a:extLst>
              <a:ext uri="{FF2B5EF4-FFF2-40B4-BE49-F238E27FC236}">
                <a16:creationId xmlns:a16="http://schemas.microsoft.com/office/drawing/2014/main" id="{58ECC89B-4D45-9479-1CD5-0FA3DABE0C48}"/>
              </a:ext>
            </a:extLst>
          </p:cNvPr>
          <p:cNvSpPr/>
          <p:nvPr/>
        </p:nvSpPr>
        <p:spPr>
          <a:xfrm>
            <a:off x="-8374753" y="-640853"/>
            <a:ext cx="7391400" cy="7810500"/>
          </a:xfrm>
          <a:prstGeom prst="ellipse">
            <a:avLst/>
          </a:prstGeom>
          <a:solidFill>
            <a:srgbClr val="FFFFFF"/>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E9434BF7-ABAC-BC63-6A01-D0F6A4638641}"/>
              </a:ext>
            </a:extLst>
          </p:cNvPr>
          <p:cNvSpPr txBox="1"/>
          <p:nvPr/>
        </p:nvSpPr>
        <p:spPr>
          <a:xfrm>
            <a:off x="-5609334" y="2250542"/>
            <a:ext cx="2883806" cy="1815882"/>
          </a:xfrm>
          <a:prstGeom prst="rect">
            <a:avLst/>
          </a:prstGeom>
          <a:noFill/>
        </p:spPr>
        <p:txBody>
          <a:bodyPr wrap="square" rtlCol="0">
            <a:spAutoFit/>
          </a:bodyPr>
          <a:lstStyle/>
          <a:p>
            <a:r>
              <a:rPr lang="en-IN" sz="5600" dirty="0">
                <a:latin typeface="Lora" pitchFamily="2" charset="0"/>
              </a:rPr>
              <a:t>Project Journey</a:t>
            </a:r>
          </a:p>
        </p:txBody>
      </p:sp>
      <p:sp>
        <p:nvSpPr>
          <p:cNvPr id="2" name="TextBox 1">
            <a:extLst>
              <a:ext uri="{FF2B5EF4-FFF2-40B4-BE49-F238E27FC236}">
                <a16:creationId xmlns:a16="http://schemas.microsoft.com/office/drawing/2014/main" id="{080459D5-E230-4191-658F-E42EED7DFBC5}"/>
              </a:ext>
            </a:extLst>
          </p:cNvPr>
          <p:cNvSpPr txBox="1"/>
          <p:nvPr/>
        </p:nvSpPr>
        <p:spPr>
          <a:xfrm>
            <a:off x="155879" y="111721"/>
            <a:ext cx="3789168" cy="830997"/>
          </a:xfrm>
          <a:prstGeom prst="rect">
            <a:avLst/>
          </a:prstGeom>
          <a:noFill/>
        </p:spPr>
        <p:txBody>
          <a:bodyPr wrap="square" rtlCol="0">
            <a:spAutoFit/>
          </a:bodyPr>
          <a:lstStyle/>
          <a:p>
            <a:r>
              <a:rPr lang="en-IN" sz="2400" dirty="0">
                <a:solidFill>
                  <a:schemeClr val="bg1"/>
                </a:solidFill>
                <a:latin typeface="Times New Roman" panose="02020603050405020304" pitchFamily="18" charset="0"/>
                <a:cs typeface="Times New Roman" panose="02020603050405020304" pitchFamily="18" charset="0"/>
              </a:rPr>
              <a:t>Yash Chatniwala</a:t>
            </a:r>
          </a:p>
          <a:p>
            <a:r>
              <a:rPr lang="en-IN" sz="2400" dirty="0">
                <a:solidFill>
                  <a:schemeClr val="bg1"/>
                </a:solidFill>
                <a:latin typeface="Times New Roman" panose="02020603050405020304" pitchFamily="18" charset="0"/>
                <a:cs typeface="Times New Roman" panose="02020603050405020304" pitchFamily="18" charset="0"/>
              </a:rPr>
              <a:t>Aspiring Data Analyst</a:t>
            </a:r>
          </a:p>
        </p:txBody>
      </p:sp>
      <p:sp>
        <p:nvSpPr>
          <p:cNvPr id="6" name="TextBox 5">
            <a:extLst>
              <a:ext uri="{FF2B5EF4-FFF2-40B4-BE49-F238E27FC236}">
                <a16:creationId xmlns:a16="http://schemas.microsoft.com/office/drawing/2014/main" id="{DA35A244-891D-F26A-F252-8110ABEF16EF}"/>
              </a:ext>
            </a:extLst>
          </p:cNvPr>
          <p:cNvSpPr txBox="1"/>
          <p:nvPr/>
        </p:nvSpPr>
        <p:spPr>
          <a:xfrm>
            <a:off x="6424672" y="1234879"/>
            <a:ext cx="3789168"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Movie Revenue &amp; Performance Analysis Using Data Analytics and Machine Learning</a:t>
            </a:r>
            <a:endParaRPr lang="en-IN" sz="24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FD1A23D-B2B5-8AB8-0767-E221ABE8EA51}"/>
              </a:ext>
            </a:extLst>
          </p:cNvPr>
          <p:cNvSpPr txBox="1"/>
          <p:nvPr/>
        </p:nvSpPr>
        <p:spPr>
          <a:xfrm>
            <a:off x="9308194" y="5576955"/>
            <a:ext cx="2883806" cy="1231106"/>
          </a:xfrm>
          <a:prstGeom prst="rect">
            <a:avLst/>
          </a:prstGeom>
          <a:noFill/>
        </p:spPr>
        <p:txBody>
          <a:bodyPr wrap="square">
            <a:spAutoFit/>
          </a:bodyPr>
          <a:lstStyle/>
          <a:p>
            <a:r>
              <a:rPr lang="en-IN" sz="2000" b="1" dirty="0">
                <a:solidFill>
                  <a:schemeClr val="bg1"/>
                </a:solidFill>
              </a:rPr>
              <a:t>Tools &amp; Technologies : </a:t>
            </a:r>
            <a:r>
              <a:rPr lang="en-IN" dirty="0">
                <a:solidFill>
                  <a:schemeClr val="bg1"/>
                </a:solidFill>
              </a:rPr>
              <a:t>Python | SQL | Power BI | Tableau | Machine Learning  | Virtual Studio</a:t>
            </a:r>
          </a:p>
        </p:txBody>
      </p:sp>
    </p:spTree>
    <p:extLst>
      <p:ext uri="{BB962C8B-B14F-4D97-AF65-F5344CB8AC3E}">
        <p14:creationId xmlns:p14="http://schemas.microsoft.com/office/powerpoint/2010/main" val="1807417061"/>
      </p:ext>
    </p:extLst>
  </p:cSld>
  <p:clrMapOvr>
    <a:masterClrMapping/>
  </p:clrMapOvr>
  <mc:AlternateContent xmlns:mc="http://schemas.openxmlformats.org/markup-compatibility/2006" xmlns:p159="http://schemas.microsoft.com/office/powerpoint/2015/09/main">
    <mc:Choice Requires="p159">
      <p:transition spd="slow" advTm="859">
        <p159:morph option="byObject"/>
      </p:transition>
    </mc:Choice>
    <mc:Fallback xmlns="">
      <p:transition spd="slow" advTm="85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119A-E4E9-8DD0-2849-197B642380F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3E72B7E-3977-5144-DBD7-3958839433CC}"/>
              </a:ext>
            </a:extLst>
          </p:cNvPr>
          <p:cNvSpPr>
            <a:spLocks noGrp="1" noRot="1" noMove="1" noResize="1" noEditPoints="1" noAdjustHandles="1" noChangeArrowheads="1" noChangeShapeType="1"/>
          </p:cNvSpPr>
          <p:nvPr/>
        </p:nvSpPr>
        <p:spPr>
          <a:xfrm>
            <a:off x="4800600" y="-476250"/>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4C3526BB-0CE1-81E8-161F-CCCC9A9149BC}"/>
              </a:ext>
            </a:extLst>
          </p:cNvPr>
          <p:cNvSpPr txBox="1">
            <a:spLocks/>
          </p:cNvSpPr>
          <p:nvPr/>
        </p:nvSpPr>
        <p:spPr>
          <a:xfrm>
            <a:off x="4122769" y="2812704"/>
            <a:ext cx="8090275" cy="1015663"/>
          </a:xfrm>
          <a:prstGeom prst="rect">
            <a:avLst/>
          </a:prstGeom>
          <a:noFill/>
        </p:spPr>
        <p:txBody>
          <a:bodyPr wrap="square" rtlCol="0">
            <a:spAutoFit/>
          </a:bodyPr>
          <a:lstStyle/>
          <a:p>
            <a:r>
              <a:rPr lang="en-IN" sz="6000" dirty="0">
                <a:solidFill>
                  <a:schemeClr val="bg1"/>
                </a:solidFill>
                <a:latin typeface="Lora" pitchFamily="2" charset="0"/>
              </a:rPr>
              <a:t>Market Overview    5.</a:t>
            </a:r>
          </a:p>
        </p:txBody>
      </p:sp>
      <p:sp>
        <p:nvSpPr>
          <p:cNvPr id="11" name="Oval 10">
            <a:extLst>
              <a:ext uri="{FF2B5EF4-FFF2-40B4-BE49-F238E27FC236}">
                <a16:creationId xmlns:a16="http://schemas.microsoft.com/office/drawing/2014/main" id="{F8653965-7374-2053-F0E1-5DDAE1D89A14}"/>
              </a:ext>
            </a:extLst>
          </p:cNvPr>
          <p:cNvSpPr>
            <a:spLocks noGrp="1" noRot="1" noMove="1" noResize="1" noEditPoints="1" noAdjustHandles="1" noChangeArrowheads="1" noChangeShapeType="1"/>
          </p:cNvSpPr>
          <p:nvPr/>
        </p:nvSpPr>
        <p:spPr>
          <a:xfrm>
            <a:off x="3152549" y="-476252"/>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6E847630-FDE3-AC66-660F-24AB85D701FE}"/>
              </a:ext>
            </a:extLst>
          </p:cNvPr>
          <p:cNvSpPr txBox="1">
            <a:spLocks noGrp="1" noRot="1" noMove="1" noResize="1" noEditPoints="1" noAdjustHandles="1" noChangeArrowheads="1" noChangeShapeType="1"/>
          </p:cNvSpPr>
          <p:nvPr/>
        </p:nvSpPr>
        <p:spPr>
          <a:xfrm>
            <a:off x="2242004" y="2789706"/>
            <a:ext cx="7848599" cy="1015663"/>
          </a:xfrm>
          <a:prstGeom prst="rect">
            <a:avLst/>
          </a:prstGeom>
          <a:noFill/>
        </p:spPr>
        <p:txBody>
          <a:bodyPr wrap="square" rtlCol="0">
            <a:spAutoFit/>
          </a:bodyPr>
          <a:lstStyle/>
          <a:p>
            <a:r>
              <a:rPr lang="en-IN" sz="6000" dirty="0">
                <a:solidFill>
                  <a:schemeClr val="bg1"/>
                </a:solidFill>
                <a:latin typeface="Lora" pitchFamily="2" charset="0"/>
              </a:rPr>
              <a:t>Market Overview    4.</a:t>
            </a:r>
          </a:p>
        </p:txBody>
      </p:sp>
      <p:sp>
        <p:nvSpPr>
          <p:cNvPr id="12" name="Oval 11">
            <a:extLst>
              <a:ext uri="{FF2B5EF4-FFF2-40B4-BE49-F238E27FC236}">
                <a16:creationId xmlns:a16="http://schemas.microsoft.com/office/drawing/2014/main" id="{224CEE1D-E60D-CC36-F990-41D07E7333AA}"/>
              </a:ext>
            </a:extLst>
          </p:cNvPr>
          <p:cNvSpPr>
            <a:spLocks noGrp="1" noRot="1" noMove="1" noResize="1" noEditPoints="1" noAdjustHandles="1" noChangeArrowheads="1" noChangeShapeType="1"/>
          </p:cNvSpPr>
          <p:nvPr/>
        </p:nvSpPr>
        <p:spPr>
          <a:xfrm>
            <a:off x="1247844" y="-476251"/>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9F248EEB-04C5-A0F9-0D26-B5A09EAB0C7B}"/>
              </a:ext>
            </a:extLst>
          </p:cNvPr>
          <p:cNvSpPr txBox="1">
            <a:spLocks noGrp="1" noRot="1" noMove="1" noResize="1" noEditPoints="1" noAdjustHandles="1" noChangeArrowheads="1" noChangeShapeType="1"/>
          </p:cNvSpPr>
          <p:nvPr/>
        </p:nvSpPr>
        <p:spPr>
          <a:xfrm>
            <a:off x="358323" y="2789706"/>
            <a:ext cx="7848599" cy="1015663"/>
          </a:xfrm>
          <a:prstGeom prst="rect">
            <a:avLst/>
          </a:prstGeom>
          <a:noFill/>
        </p:spPr>
        <p:txBody>
          <a:bodyPr wrap="square" rtlCol="0">
            <a:spAutoFit/>
          </a:bodyPr>
          <a:lstStyle/>
          <a:p>
            <a:r>
              <a:rPr lang="en-IN" sz="6000" dirty="0">
                <a:solidFill>
                  <a:schemeClr val="bg1"/>
                </a:solidFill>
                <a:latin typeface="Lora" pitchFamily="2" charset="0"/>
              </a:rPr>
              <a:t>Market Overview    3.</a:t>
            </a:r>
          </a:p>
        </p:txBody>
      </p:sp>
      <p:sp>
        <p:nvSpPr>
          <p:cNvPr id="13" name="Oval 12">
            <a:extLst>
              <a:ext uri="{FF2B5EF4-FFF2-40B4-BE49-F238E27FC236}">
                <a16:creationId xmlns:a16="http://schemas.microsoft.com/office/drawing/2014/main" id="{1103B4A0-5D68-5F16-F547-D2B425EB93C6}"/>
              </a:ext>
            </a:extLst>
          </p:cNvPr>
          <p:cNvSpPr>
            <a:spLocks noGrp="1" noRot="1" noMove="1" noResize="1" noEditPoints="1" noAdjustHandles="1" noChangeArrowheads="1" noChangeShapeType="1"/>
          </p:cNvSpPr>
          <p:nvPr/>
        </p:nvSpPr>
        <p:spPr>
          <a:xfrm>
            <a:off x="-671285" y="-47625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DCB5AAAA-9B5A-D601-DEA4-7E77B7FC60E9}"/>
              </a:ext>
            </a:extLst>
          </p:cNvPr>
          <p:cNvSpPr txBox="1">
            <a:spLocks noGrp="1" noRot="1" noMove="1" noResize="1" noEditPoints="1" noAdjustHandles="1" noChangeArrowheads="1" noChangeShapeType="1"/>
          </p:cNvSpPr>
          <p:nvPr/>
        </p:nvSpPr>
        <p:spPr>
          <a:xfrm>
            <a:off x="-1500221" y="2789709"/>
            <a:ext cx="7848599" cy="1015663"/>
          </a:xfrm>
          <a:prstGeom prst="rect">
            <a:avLst/>
          </a:prstGeom>
          <a:noFill/>
        </p:spPr>
        <p:txBody>
          <a:bodyPr wrap="square" rtlCol="0">
            <a:spAutoFit/>
          </a:bodyPr>
          <a:lstStyle/>
          <a:p>
            <a:r>
              <a:rPr lang="en-IN" sz="6000" dirty="0">
                <a:solidFill>
                  <a:schemeClr val="bg1"/>
                </a:solidFill>
                <a:latin typeface="Lora" pitchFamily="2" charset="0"/>
              </a:rPr>
              <a:t>Market Overview    2.</a:t>
            </a:r>
          </a:p>
        </p:txBody>
      </p:sp>
      <p:sp>
        <p:nvSpPr>
          <p:cNvPr id="14" name="Oval 13">
            <a:extLst>
              <a:ext uri="{FF2B5EF4-FFF2-40B4-BE49-F238E27FC236}">
                <a16:creationId xmlns:a16="http://schemas.microsoft.com/office/drawing/2014/main" id="{36A38780-D536-9F6A-4D44-5274E1908096}"/>
              </a:ext>
            </a:extLst>
          </p:cNvPr>
          <p:cNvSpPr>
            <a:spLocks noGrp="1" noRot="1" noMove="1" noResize="1" noEditPoints="1" noAdjustHandles="1" noChangeArrowheads="1" noChangeShapeType="1"/>
          </p:cNvSpPr>
          <p:nvPr/>
        </p:nvSpPr>
        <p:spPr>
          <a:xfrm>
            <a:off x="-2556181" y="-476251"/>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87103518-E5E4-14F9-D7DB-D28AA2178C44}"/>
              </a:ext>
            </a:extLst>
          </p:cNvPr>
          <p:cNvSpPr txBox="1">
            <a:spLocks/>
          </p:cNvSpPr>
          <p:nvPr/>
        </p:nvSpPr>
        <p:spPr>
          <a:xfrm>
            <a:off x="-1773626" y="2785358"/>
            <a:ext cx="6159758" cy="1015663"/>
          </a:xfrm>
          <a:prstGeom prst="rect">
            <a:avLst/>
          </a:prstGeom>
          <a:noFill/>
        </p:spPr>
        <p:txBody>
          <a:bodyPr wrap="square" rtlCol="0">
            <a:spAutoFit/>
          </a:bodyPr>
          <a:lstStyle/>
          <a:p>
            <a:r>
              <a:rPr lang="en-IN" sz="6000" dirty="0">
                <a:solidFill>
                  <a:schemeClr val="bg1"/>
                </a:solidFill>
                <a:latin typeface="Lora" pitchFamily="2" charset="0"/>
              </a:rPr>
              <a:t>Introduction    1.</a:t>
            </a:r>
          </a:p>
        </p:txBody>
      </p:sp>
      <p:sp>
        <p:nvSpPr>
          <p:cNvPr id="15" name="Oval 14">
            <a:extLst>
              <a:ext uri="{FF2B5EF4-FFF2-40B4-BE49-F238E27FC236}">
                <a16:creationId xmlns:a16="http://schemas.microsoft.com/office/drawing/2014/main" id="{53852489-8538-35FD-8F40-BBBAEA5C5216}"/>
              </a:ext>
            </a:extLst>
          </p:cNvPr>
          <p:cNvSpPr>
            <a:spLocks noGrp="1" noRot="1" noMove="1" noResize="1" noEditPoints="1" noAdjustHandles="1" noChangeArrowheads="1" noChangeShapeType="1"/>
          </p:cNvSpPr>
          <p:nvPr/>
        </p:nvSpPr>
        <p:spPr>
          <a:xfrm>
            <a:off x="-4474481" y="-476251"/>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E3457F03-60F7-AF72-7E37-48CBBE069811}"/>
              </a:ext>
            </a:extLst>
          </p:cNvPr>
          <p:cNvSpPr txBox="1">
            <a:spLocks noGrp="1" noRot="1" noMove="1" noResize="1" noEditPoints="1" noAdjustHandles="1" noChangeArrowheads="1" noChangeShapeType="1"/>
          </p:cNvSpPr>
          <p:nvPr/>
        </p:nvSpPr>
        <p:spPr>
          <a:xfrm>
            <a:off x="68946" y="2459501"/>
            <a:ext cx="2883806" cy="1815882"/>
          </a:xfrm>
          <a:prstGeom prst="rect">
            <a:avLst/>
          </a:prstGeom>
          <a:noFill/>
        </p:spPr>
        <p:txBody>
          <a:bodyPr wrap="square" rtlCol="0">
            <a:spAutoFit/>
          </a:bodyPr>
          <a:lstStyle/>
          <a:p>
            <a:r>
              <a:rPr lang="en-IN" sz="5600" dirty="0">
                <a:latin typeface="Lora" pitchFamily="2" charset="0"/>
              </a:rPr>
              <a:t>Project Journey</a:t>
            </a:r>
          </a:p>
        </p:txBody>
      </p:sp>
    </p:spTree>
    <p:extLst>
      <p:ext uri="{BB962C8B-B14F-4D97-AF65-F5344CB8AC3E}">
        <p14:creationId xmlns:p14="http://schemas.microsoft.com/office/powerpoint/2010/main" val="3852045087"/>
      </p:ext>
    </p:extLst>
  </p:cSld>
  <p:clrMapOvr>
    <a:masterClrMapping/>
  </p:clrMapOvr>
  <mc:AlternateContent xmlns:mc="http://schemas.openxmlformats.org/markup-compatibility/2006" xmlns:p159="http://schemas.microsoft.com/office/powerpoint/2015/09/main">
    <mc:Choice Requires="p159">
      <p:transition spd="slow" advTm="684">
        <p159:morph option="byObject"/>
      </p:transition>
    </mc:Choice>
    <mc:Fallback xmlns="">
      <p:transition spd="slow" advTm="68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F36C-9383-07A4-9FDE-AEE815CC66D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0327CE2-D2D8-2CD6-54F2-5282B4BD4B7D}"/>
              </a:ext>
            </a:extLst>
          </p:cNvPr>
          <p:cNvSpPr>
            <a:spLocks noGrp="1" noRot="1" noMove="1" noResize="1" noEditPoints="1" noAdjustHandles="1" noChangeArrowheads="1" noChangeShapeType="1"/>
          </p:cNvSpPr>
          <p:nvPr/>
        </p:nvSpPr>
        <p:spPr>
          <a:xfrm>
            <a:off x="16392832" y="-47624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96A8CF47-87A5-58BA-E512-7A6E84828DDF}"/>
              </a:ext>
            </a:extLst>
          </p:cNvPr>
          <p:cNvSpPr txBox="1">
            <a:spLocks noGrp="1" noRot="1" noMove="1" noResize="1" noEditPoints="1" noAdjustHandles="1" noChangeArrowheads="1" noChangeShapeType="1"/>
          </p:cNvSpPr>
          <p:nvPr/>
        </p:nvSpPr>
        <p:spPr>
          <a:xfrm>
            <a:off x="16392833" y="2789716"/>
            <a:ext cx="7391399" cy="1938992"/>
          </a:xfrm>
          <a:prstGeom prst="rect">
            <a:avLst/>
          </a:prstGeom>
          <a:noFill/>
        </p:spPr>
        <p:txBody>
          <a:bodyPr wrap="square" rtlCol="0">
            <a:spAutoFit/>
          </a:bodyPr>
          <a:lstStyle/>
          <a:p>
            <a:r>
              <a:rPr lang="en-IN" sz="6000" dirty="0">
                <a:solidFill>
                  <a:schemeClr val="bg1"/>
                </a:solidFill>
                <a:latin typeface="Lora" pitchFamily="2" charset="0"/>
              </a:rPr>
              <a:t>Market Overview    5.</a:t>
            </a:r>
          </a:p>
        </p:txBody>
      </p:sp>
      <p:sp>
        <p:nvSpPr>
          <p:cNvPr id="11" name="Oval 10">
            <a:extLst>
              <a:ext uri="{FF2B5EF4-FFF2-40B4-BE49-F238E27FC236}">
                <a16:creationId xmlns:a16="http://schemas.microsoft.com/office/drawing/2014/main" id="{9A114C09-0A9E-96B6-718E-AA51E4BC2A0F}"/>
              </a:ext>
            </a:extLst>
          </p:cNvPr>
          <p:cNvSpPr>
            <a:spLocks noGrp="1" noRot="1" noMove="1" noResize="1" noEditPoints="1" noAdjustHandles="1" noChangeArrowheads="1" noChangeShapeType="1"/>
          </p:cNvSpPr>
          <p:nvPr/>
        </p:nvSpPr>
        <p:spPr>
          <a:xfrm>
            <a:off x="14744781" y="-476251"/>
            <a:ext cx="7391400" cy="7810499"/>
          </a:xfrm>
          <a:prstGeom prst="ellipse">
            <a:avLst/>
          </a:prstGeom>
          <a:solidFill>
            <a:schemeClr val="accent5">
              <a:lumMod val="75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20BC8C47-E8DB-644D-476A-CCA4315F2B52}"/>
              </a:ext>
            </a:extLst>
          </p:cNvPr>
          <p:cNvSpPr txBox="1">
            <a:spLocks noGrp="1" noRot="1" noMove="1" noResize="1" noEditPoints="1" noAdjustHandles="1" noChangeArrowheads="1" noChangeShapeType="1"/>
          </p:cNvSpPr>
          <p:nvPr/>
        </p:nvSpPr>
        <p:spPr>
          <a:xfrm>
            <a:off x="14615432" y="2789713"/>
            <a:ext cx="7391399" cy="1938992"/>
          </a:xfrm>
          <a:prstGeom prst="rect">
            <a:avLst/>
          </a:prstGeom>
          <a:noFill/>
        </p:spPr>
        <p:txBody>
          <a:bodyPr wrap="square" rtlCol="0">
            <a:spAutoFit/>
          </a:bodyPr>
          <a:lstStyle/>
          <a:p>
            <a:r>
              <a:rPr lang="en-IN" sz="6000" dirty="0">
                <a:solidFill>
                  <a:schemeClr val="bg1"/>
                </a:solidFill>
                <a:latin typeface="Lora" pitchFamily="2" charset="0"/>
              </a:rPr>
              <a:t>Market Overview    4.</a:t>
            </a:r>
          </a:p>
        </p:txBody>
      </p:sp>
      <p:sp>
        <p:nvSpPr>
          <p:cNvPr id="12" name="Oval 11">
            <a:extLst>
              <a:ext uri="{FF2B5EF4-FFF2-40B4-BE49-F238E27FC236}">
                <a16:creationId xmlns:a16="http://schemas.microsoft.com/office/drawing/2014/main" id="{486391D0-06D8-149F-EED2-657D11A0BC71}"/>
              </a:ext>
            </a:extLst>
          </p:cNvPr>
          <p:cNvSpPr>
            <a:spLocks noGrp="1" noRot="1" noMove="1" noResize="1" noEditPoints="1" noAdjustHandles="1" noChangeArrowheads="1" noChangeShapeType="1"/>
          </p:cNvSpPr>
          <p:nvPr/>
        </p:nvSpPr>
        <p:spPr>
          <a:xfrm>
            <a:off x="12840076" y="-476250"/>
            <a:ext cx="7391400" cy="7810500"/>
          </a:xfrm>
          <a:prstGeom prst="ellipse">
            <a:avLst/>
          </a:prstGeom>
          <a:solidFill>
            <a:schemeClr val="accent5">
              <a:lumMod val="60000"/>
              <a:lumOff val="4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FF082304-8883-2118-B3A7-634C557E721B}"/>
              </a:ext>
            </a:extLst>
          </p:cNvPr>
          <p:cNvSpPr txBox="1">
            <a:spLocks noGrp="1" noRot="1" noMove="1" noResize="1" noEditPoints="1" noAdjustHandles="1" noChangeArrowheads="1" noChangeShapeType="1"/>
          </p:cNvSpPr>
          <p:nvPr/>
        </p:nvSpPr>
        <p:spPr>
          <a:xfrm>
            <a:off x="13096730" y="2767936"/>
            <a:ext cx="7391399" cy="1938992"/>
          </a:xfrm>
          <a:prstGeom prst="rect">
            <a:avLst/>
          </a:prstGeom>
          <a:noFill/>
        </p:spPr>
        <p:txBody>
          <a:bodyPr wrap="square" rtlCol="0">
            <a:spAutoFit/>
          </a:bodyPr>
          <a:lstStyle/>
          <a:p>
            <a:r>
              <a:rPr lang="en-IN" sz="6000" dirty="0">
                <a:solidFill>
                  <a:schemeClr val="bg1"/>
                </a:solidFill>
                <a:latin typeface="Lora" pitchFamily="2" charset="0"/>
              </a:rPr>
              <a:t>Market Overview    3. </a:t>
            </a:r>
          </a:p>
        </p:txBody>
      </p:sp>
      <p:sp>
        <p:nvSpPr>
          <p:cNvPr id="13" name="Oval 12">
            <a:extLst>
              <a:ext uri="{FF2B5EF4-FFF2-40B4-BE49-F238E27FC236}">
                <a16:creationId xmlns:a16="http://schemas.microsoft.com/office/drawing/2014/main" id="{F3C50C78-E7FC-6937-6D95-F3DCE5A90ABC}"/>
              </a:ext>
            </a:extLst>
          </p:cNvPr>
          <p:cNvSpPr>
            <a:spLocks noGrp="1" noRot="1" noMove="1" noResize="1" noEditPoints="1" noAdjustHandles="1" noChangeArrowheads="1" noChangeShapeType="1"/>
          </p:cNvSpPr>
          <p:nvPr/>
        </p:nvSpPr>
        <p:spPr>
          <a:xfrm>
            <a:off x="10920947" y="-476250"/>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101F0A49-485A-24A2-E653-B5249052BD9B}"/>
              </a:ext>
            </a:extLst>
          </p:cNvPr>
          <p:cNvSpPr txBox="1">
            <a:spLocks noGrp="1" noRot="1" noMove="1" noResize="1" noEditPoints="1" noAdjustHandles="1" noChangeArrowheads="1" noChangeShapeType="1"/>
          </p:cNvSpPr>
          <p:nvPr/>
        </p:nvSpPr>
        <p:spPr>
          <a:xfrm>
            <a:off x="11463099" y="2921166"/>
            <a:ext cx="7391399" cy="1015663"/>
          </a:xfrm>
          <a:prstGeom prst="rect">
            <a:avLst/>
          </a:prstGeom>
          <a:noFill/>
        </p:spPr>
        <p:txBody>
          <a:bodyPr wrap="square" rtlCol="0">
            <a:spAutoFit/>
          </a:bodyPr>
          <a:lstStyle/>
          <a:p>
            <a:r>
              <a:rPr lang="en-IN" sz="6000" dirty="0">
                <a:solidFill>
                  <a:schemeClr val="bg1"/>
                </a:solidFill>
                <a:latin typeface="Lora" pitchFamily="2" charset="0"/>
              </a:rPr>
              <a:t>2.  Tools Used</a:t>
            </a:r>
          </a:p>
        </p:txBody>
      </p:sp>
      <p:sp>
        <p:nvSpPr>
          <p:cNvPr id="14" name="Oval 13">
            <a:extLst>
              <a:ext uri="{FF2B5EF4-FFF2-40B4-BE49-F238E27FC236}">
                <a16:creationId xmlns:a16="http://schemas.microsoft.com/office/drawing/2014/main" id="{3F486765-8810-E07B-58B0-55261B493D2B}"/>
              </a:ext>
            </a:extLst>
          </p:cNvPr>
          <p:cNvSpPr>
            <a:spLocks noGrp="1" noRot="1" noMove="1" noResize="1" noEditPoints="1" noAdjustHandles="1" noChangeArrowheads="1" noChangeShapeType="1"/>
          </p:cNvSpPr>
          <p:nvPr/>
        </p:nvSpPr>
        <p:spPr>
          <a:xfrm>
            <a:off x="2446509" y="-476252"/>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8AB7CBA1-C1B6-E9F0-99AF-AFCA3C7E022D}"/>
              </a:ext>
            </a:extLst>
          </p:cNvPr>
          <p:cNvSpPr txBox="1">
            <a:spLocks noGrp="1" noRot="1" noMove="1" noResize="1" noEditPoints="1" noAdjustHandles="1" noChangeArrowheads="1" noChangeShapeType="1"/>
          </p:cNvSpPr>
          <p:nvPr/>
        </p:nvSpPr>
        <p:spPr>
          <a:xfrm>
            <a:off x="3740549" y="2592851"/>
            <a:ext cx="4803525" cy="1938992"/>
          </a:xfrm>
          <a:prstGeom prst="rect">
            <a:avLst/>
          </a:prstGeom>
          <a:noFill/>
        </p:spPr>
        <p:txBody>
          <a:bodyPr wrap="square" rtlCol="0">
            <a:spAutoFit/>
          </a:bodyPr>
          <a:lstStyle/>
          <a:p>
            <a:pPr algn="ctr"/>
            <a:r>
              <a:rPr lang="en-IN" sz="6000" dirty="0">
                <a:solidFill>
                  <a:schemeClr val="bg1"/>
                </a:solidFill>
                <a:latin typeface="Lora" pitchFamily="2" charset="0"/>
              </a:rPr>
              <a:t>Introduction    1.</a:t>
            </a:r>
          </a:p>
        </p:txBody>
      </p:sp>
      <p:sp>
        <p:nvSpPr>
          <p:cNvPr id="15" name="Oval 14">
            <a:extLst>
              <a:ext uri="{FF2B5EF4-FFF2-40B4-BE49-F238E27FC236}">
                <a16:creationId xmlns:a16="http://schemas.microsoft.com/office/drawing/2014/main" id="{10A16E98-EB04-FFAB-4485-70D4AE4A1FE7}"/>
              </a:ext>
            </a:extLst>
          </p:cNvPr>
          <p:cNvSpPr>
            <a:spLocks noGrp="1" noRot="1" noMove="1" noResize="1" noEditPoints="1" noAdjustHandles="1" noChangeArrowheads="1" noChangeShapeType="1"/>
          </p:cNvSpPr>
          <p:nvPr/>
        </p:nvSpPr>
        <p:spPr>
          <a:xfrm>
            <a:off x="-6250181" y="-607706"/>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D7B8A47A-D285-FD53-C823-645E38ECD96F}"/>
              </a:ext>
            </a:extLst>
          </p:cNvPr>
          <p:cNvSpPr txBox="1">
            <a:spLocks noGrp="1" noRot="1" noMove="1" noResize="1" noEditPoints="1" noAdjustHandles="1" noChangeArrowheads="1" noChangeShapeType="1"/>
          </p:cNvSpPr>
          <p:nvPr/>
        </p:nvSpPr>
        <p:spPr>
          <a:xfrm>
            <a:off x="-4615142" y="2389602"/>
            <a:ext cx="2883806" cy="1815882"/>
          </a:xfrm>
          <a:prstGeom prst="rect">
            <a:avLst/>
          </a:prstGeom>
          <a:noFill/>
        </p:spPr>
        <p:txBody>
          <a:bodyPr wrap="square" rtlCol="0">
            <a:spAutoFit/>
          </a:bodyPr>
          <a:lstStyle/>
          <a:p>
            <a:r>
              <a:rPr lang="en-IN" sz="5600" dirty="0">
                <a:latin typeface="Lora" pitchFamily="2" charset="0"/>
              </a:rPr>
              <a:t>Project Journey</a:t>
            </a:r>
          </a:p>
        </p:txBody>
      </p:sp>
    </p:spTree>
    <p:extLst>
      <p:ext uri="{BB962C8B-B14F-4D97-AF65-F5344CB8AC3E}">
        <p14:creationId xmlns:p14="http://schemas.microsoft.com/office/powerpoint/2010/main" val="2286473010"/>
      </p:ext>
    </p:extLst>
  </p:cSld>
  <p:clrMapOvr>
    <a:masterClrMapping/>
  </p:clrMapOvr>
  <mc:AlternateContent xmlns:mc="http://schemas.openxmlformats.org/markup-compatibility/2006" xmlns:p159="http://schemas.microsoft.com/office/powerpoint/2015/09/main">
    <mc:Choice Requires="p159">
      <p:transition spd="slow" advTm="390">
        <p159:morph option="byObject"/>
      </p:transition>
    </mc:Choice>
    <mc:Fallback xmlns="">
      <p:transition spd="slow" advTm="39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3AD3A034-8FFF-F1E0-2907-7CC455068AB0}"/>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CA935813-F275-36D5-FD18-DB4B4BE7E599}"/>
              </a:ext>
            </a:extLst>
          </p:cNvPr>
          <p:cNvSpPr>
            <a:spLocks noGrp="1" noRot="1" noMove="1" noResize="1" noEditPoints="1" noAdjustHandles="1" noChangeArrowheads="1" noChangeShapeType="1"/>
          </p:cNvSpPr>
          <p:nvPr/>
        </p:nvSpPr>
        <p:spPr>
          <a:xfrm>
            <a:off x="16392832" y="-47624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0511B18F-88C0-FA20-D255-9EBB865E9B5E}"/>
              </a:ext>
            </a:extLst>
          </p:cNvPr>
          <p:cNvSpPr txBox="1">
            <a:spLocks noGrp="1" noRot="1" noMove="1" noResize="1" noEditPoints="1" noAdjustHandles="1" noChangeArrowheads="1" noChangeShapeType="1"/>
          </p:cNvSpPr>
          <p:nvPr/>
        </p:nvSpPr>
        <p:spPr>
          <a:xfrm>
            <a:off x="16392833" y="2789716"/>
            <a:ext cx="7391399" cy="1015663"/>
          </a:xfrm>
          <a:prstGeom prst="rect">
            <a:avLst/>
          </a:prstGeom>
          <a:noFill/>
        </p:spPr>
        <p:txBody>
          <a:bodyPr wrap="square" rtlCol="0">
            <a:spAutoFit/>
          </a:bodyPr>
          <a:lstStyle/>
          <a:p>
            <a:r>
              <a:rPr lang="en-IN" sz="6000" dirty="0"/>
              <a:t>Market Overview    5.</a:t>
            </a:r>
          </a:p>
        </p:txBody>
      </p:sp>
      <p:sp>
        <p:nvSpPr>
          <p:cNvPr id="11" name="Oval 10">
            <a:extLst>
              <a:ext uri="{FF2B5EF4-FFF2-40B4-BE49-F238E27FC236}">
                <a16:creationId xmlns:a16="http://schemas.microsoft.com/office/drawing/2014/main" id="{65AE9C84-536D-FF4A-22D1-58137C4B7A94}"/>
              </a:ext>
            </a:extLst>
          </p:cNvPr>
          <p:cNvSpPr>
            <a:spLocks noGrp="1" noRot="1" noMove="1" noResize="1" noEditPoints="1" noAdjustHandles="1" noChangeArrowheads="1" noChangeShapeType="1"/>
          </p:cNvSpPr>
          <p:nvPr/>
        </p:nvSpPr>
        <p:spPr>
          <a:xfrm>
            <a:off x="14744781" y="-476251"/>
            <a:ext cx="7391400" cy="7810499"/>
          </a:xfrm>
          <a:prstGeom prst="ellipse">
            <a:avLst/>
          </a:prstGeom>
          <a:solidFill>
            <a:schemeClr val="accent5">
              <a:lumMod val="75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B4B2CD04-46B2-D56A-05CB-68F8031B1E4C}"/>
              </a:ext>
            </a:extLst>
          </p:cNvPr>
          <p:cNvSpPr txBox="1">
            <a:spLocks noGrp="1" noRot="1" noMove="1" noResize="1" noEditPoints="1" noAdjustHandles="1" noChangeArrowheads="1" noChangeShapeType="1"/>
          </p:cNvSpPr>
          <p:nvPr/>
        </p:nvSpPr>
        <p:spPr>
          <a:xfrm>
            <a:off x="14615432" y="2789713"/>
            <a:ext cx="7391399" cy="1015663"/>
          </a:xfrm>
          <a:prstGeom prst="rect">
            <a:avLst/>
          </a:prstGeom>
          <a:noFill/>
        </p:spPr>
        <p:txBody>
          <a:bodyPr wrap="square" rtlCol="0">
            <a:spAutoFit/>
          </a:bodyPr>
          <a:lstStyle/>
          <a:p>
            <a:r>
              <a:rPr lang="en-IN" sz="6000" dirty="0"/>
              <a:t>Market Overview    4.</a:t>
            </a:r>
          </a:p>
        </p:txBody>
      </p:sp>
      <p:sp>
        <p:nvSpPr>
          <p:cNvPr id="12" name="Oval 11">
            <a:extLst>
              <a:ext uri="{FF2B5EF4-FFF2-40B4-BE49-F238E27FC236}">
                <a16:creationId xmlns:a16="http://schemas.microsoft.com/office/drawing/2014/main" id="{B83D2820-83DA-AC74-15C6-3CDCE4729B12}"/>
              </a:ext>
            </a:extLst>
          </p:cNvPr>
          <p:cNvSpPr>
            <a:spLocks noGrp="1" noRot="1" noMove="1" noResize="1" noEditPoints="1" noAdjustHandles="1" noChangeArrowheads="1" noChangeShapeType="1"/>
          </p:cNvSpPr>
          <p:nvPr/>
        </p:nvSpPr>
        <p:spPr>
          <a:xfrm>
            <a:off x="12840076" y="-476250"/>
            <a:ext cx="7391400" cy="7810500"/>
          </a:xfrm>
          <a:prstGeom prst="ellipse">
            <a:avLst/>
          </a:prstGeom>
          <a:solidFill>
            <a:schemeClr val="accent5">
              <a:lumMod val="60000"/>
              <a:lumOff val="4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BD2404A6-0ECA-5D7E-F7F8-41A0EDDF267D}"/>
              </a:ext>
            </a:extLst>
          </p:cNvPr>
          <p:cNvSpPr txBox="1">
            <a:spLocks noGrp="1" noRot="1" noMove="1" noResize="1" noEditPoints="1" noAdjustHandles="1" noChangeArrowheads="1" noChangeShapeType="1"/>
          </p:cNvSpPr>
          <p:nvPr/>
        </p:nvSpPr>
        <p:spPr>
          <a:xfrm>
            <a:off x="13096730" y="2767936"/>
            <a:ext cx="7391399" cy="1015663"/>
          </a:xfrm>
          <a:prstGeom prst="rect">
            <a:avLst/>
          </a:prstGeom>
          <a:noFill/>
        </p:spPr>
        <p:txBody>
          <a:bodyPr wrap="square" rtlCol="0">
            <a:spAutoFit/>
          </a:bodyPr>
          <a:lstStyle/>
          <a:p>
            <a:r>
              <a:rPr lang="en-IN" sz="6000" dirty="0"/>
              <a:t>Market Overview    3. </a:t>
            </a:r>
          </a:p>
        </p:txBody>
      </p:sp>
      <p:sp>
        <p:nvSpPr>
          <p:cNvPr id="14" name="Oval 13">
            <a:extLst>
              <a:ext uri="{FF2B5EF4-FFF2-40B4-BE49-F238E27FC236}">
                <a16:creationId xmlns:a16="http://schemas.microsoft.com/office/drawing/2014/main" id="{0FD3E94B-1B68-01A9-7C3A-EDA611DAA3C0}"/>
              </a:ext>
            </a:extLst>
          </p:cNvPr>
          <p:cNvSpPr>
            <a:spLocks noGrp="1" noRot="1" noMove="1" noResize="1" noEditPoints="1" noAdjustHandles="1" noChangeArrowheads="1" noChangeShapeType="1"/>
          </p:cNvSpPr>
          <p:nvPr/>
        </p:nvSpPr>
        <p:spPr>
          <a:xfrm>
            <a:off x="-6117619" y="-629483"/>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E0FEB521-7B42-E454-E8AC-D568EC3D64E3}"/>
              </a:ext>
            </a:extLst>
          </p:cNvPr>
          <p:cNvSpPr txBox="1">
            <a:spLocks noGrp="1" noRot="1" noMove="1" noResize="1" noEditPoints="1" noAdjustHandles="1" noChangeArrowheads="1" noChangeShapeType="1"/>
          </p:cNvSpPr>
          <p:nvPr/>
        </p:nvSpPr>
        <p:spPr>
          <a:xfrm>
            <a:off x="-5102054" y="2459656"/>
            <a:ext cx="4377949" cy="1938992"/>
          </a:xfrm>
          <a:prstGeom prst="rect">
            <a:avLst/>
          </a:prstGeom>
          <a:noFill/>
        </p:spPr>
        <p:txBody>
          <a:bodyPr wrap="square" rtlCol="0">
            <a:spAutoFit/>
          </a:bodyPr>
          <a:lstStyle/>
          <a:p>
            <a:pPr algn="ctr"/>
            <a:r>
              <a:rPr lang="en-IN" sz="6000" dirty="0">
                <a:solidFill>
                  <a:schemeClr val="bg1"/>
                </a:solidFill>
              </a:rPr>
              <a:t>Introduction    1.</a:t>
            </a:r>
          </a:p>
        </p:txBody>
      </p:sp>
      <p:sp>
        <p:nvSpPr>
          <p:cNvPr id="15" name="Oval 14">
            <a:extLst>
              <a:ext uri="{FF2B5EF4-FFF2-40B4-BE49-F238E27FC236}">
                <a16:creationId xmlns:a16="http://schemas.microsoft.com/office/drawing/2014/main" id="{F0AED79A-5114-0F35-4B04-3B2D40812DC7}"/>
              </a:ext>
            </a:extLst>
          </p:cNvPr>
          <p:cNvSpPr>
            <a:spLocks noGrp="1" noRot="1" noMove="1" noResize="1" noEditPoints="1" noAdjustHandles="1" noChangeArrowheads="1" noChangeShapeType="1"/>
          </p:cNvSpPr>
          <p:nvPr/>
        </p:nvSpPr>
        <p:spPr>
          <a:xfrm>
            <a:off x="-6806108" y="-629483"/>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Oval 9">
            <a:extLst>
              <a:ext uri="{FF2B5EF4-FFF2-40B4-BE49-F238E27FC236}">
                <a16:creationId xmlns:a16="http://schemas.microsoft.com/office/drawing/2014/main" id="{9748D70C-5676-44E2-4273-561B6E84251D}"/>
              </a:ext>
            </a:extLst>
          </p:cNvPr>
          <p:cNvSpPr>
            <a:spLocks noGrp="1" noRot="1" noMove="1" noResize="1" noEditPoints="1" noAdjustHandles="1" noChangeArrowheads="1" noChangeShapeType="1"/>
          </p:cNvSpPr>
          <p:nvPr/>
        </p:nvSpPr>
        <p:spPr>
          <a:xfrm>
            <a:off x="10920947" y="-476250"/>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6DB055BE-8B15-303A-D0EF-E6C549533927}"/>
              </a:ext>
            </a:extLst>
          </p:cNvPr>
          <p:cNvSpPr txBox="1">
            <a:spLocks noGrp="1" noRot="1" noMove="1" noResize="1" noEditPoints="1" noAdjustHandles="1" noChangeArrowheads="1" noChangeShapeType="1"/>
          </p:cNvSpPr>
          <p:nvPr/>
        </p:nvSpPr>
        <p:spPr>
          <a:xfrm>
            <a:off x="11463099" y="2921166"/>
            <a:ext cx="7391399" cy="1015663"/>
          </a:xfrm>
          <a:prstGeom prst="rect">
            <a:avLst/>
          </a:prstGeom>
          <a:noFill/>
        </p:spPr>
        <p:txBody>
          <a:bodyPr wrap="square" rtlCol="0">
            <a:spAutoFit/>
          </a:bodyPr>
          <a:lstStyle/>
          <a:p>
            <a:r>
              <a:rPr lang="en-IN" sz="6000" dirty="0">
                <a:solidFill>
                  <a:schemeClr val="bg1"/>
                </a:solidFill>
                <a:latin typeface="Lora" pitchFamily="2" charset="0"/>
              </a:rPr>
              <a:t>2.  Tools Used</a:t>
            </a:r>
          </a:p>
        </p:txBody>
      </p:sp>
      <p:sp>
        <p:nvSpPr>
          <p:cNvPr id="20" name="TextBox 19">
            <a:extLst>
              <a:ext uri="{FF2B5EF4-FFF2-40B4-BE49-F238E27FC236}">
                <a16:creationId xmlns:a16="http://schemas.microsoft.com/office/drawing/2014/main" id="{13E20BF1-FF28-AB92-E98B-10F325C20CFA}"/>
              </a:ext>
            </a:extLst>
          </p:cNvPr>
          <p:cNvSpPr txBox="1">
            <a:spLocks noGrp="1" noRot="1" noMove="1" noResize="1" noEditPoints="1" noAdjustHandles="1" noChangeArrowheads="1" noChangeShapeType="1"/>
          </p:cNvSpPr>
          <p:nvPr/>
        </p:nvSpPr>
        <p:spPr>
          <a:xfrm>
            <a:off x="4464412" y="332328"/>
            <a:ext cx="3263177" cy="707886"/>
          </a:xfrm>
          <a:prstGeom prst="rect">
            <a:avLst/>
          </a:prstGeom>
          <a:noFill/>
        </p:spPr>
        <p:txBody>
          <a:bodyPr wrap="square" rtlCol="0">
            <a:spAutoFit/>
          </a:bodyPr>
          <a:lstStyle/>
          <a:p>
            <a:r>
              <a:rPr lang="en-IN" sz="4000" b="1" dirty="0">
                <a:solidFill>
                  <a:srgbClr val="002060"/>
                </a:solidFill>
                <a:latin typeface="Times New Roman" panose="02020603050405020304" pitchFamily="18" charset="0"/>
                <a:cs typeface="Times New Roman" panose="02020603050405020304" pitchFamily="18" charset="0"/>
              </a:rPr>
              <a:t>Introduction :</a:t>
            </a:r>
          </a:p>
        </p:txBody>
      </p:sp>
      <p:sp>
        <p:nvSpPr>
          <p:cNvPr id="23" name="TextBox 22">
            <a:extLst>
              <a:ext uri="{FF2B5EF4-FFF2-40B4-BE49-F238E27FC236}">
                <a16:creationId xmlns:a16="http://schemas.microsoft.com/office/drawing/2014/main" id="{9FA36464-5F1F-3A0A-869C-F80CCEBC0317}"/>
              </a:ext>
            </a:extLst>
          </p:cNvPr>
          <p:cNvSpPr txBox="1">
            <a:spLocks noGrp="1" noRot="1" noMove="1" noResize="1" noEditPoints="1" noAdjustHandles="1" noChangeArrowheads="1" noChangeShapeType="1"/>
          </p:cNvSpPr>
          <p:nvPr/>
        </p:nvSpPr>
        <p:spPr>
          <a:xfrm>
            <a:off x="1403130" y="1040214"/>
            <a:ext cx="9388467"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With the rapid growth of the film industry, large amounts of movie-related data are generated every year. Analyzing this data can help uncover meaningful patterns related to movie ratings, revenue, and audience preferences. This project focuses on analyzing a movie dataset using data analysis and machine learning techniques to gain valuable insights. By studying trends and patterns, the project aims to support data-driven decision-making in the entertainment industry.</a:t>
            </a:r>
            <a:endParaRPr lang="en-IN" sz="24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00F893E-EB2A-0888-EE56-48480F7C7353}"/>
              </a:ext>
            </a:extLst>
          </p:cNvPr>
          <p:cNvSpPr txBox="1">
            <a:spLocks noGrp="1" noRot="1" noMove="1" noResize="1" noEditPoints="1" noAdjustHandles="1" noChangeArrowheads="1" noChangeShapeType="1"/>
          </p:cNvSpPr>
          <p:nvPr/>
        </p:nvSpPr>
        <p:spPr>
          <a:xfrm>
            <a:off x="4726322" y="3782066"/>
            <a:ext cx="2895203" cy="707886"/>
          </a:xfrm>
          <a:prstGeom prst="rect">
            <a:avLst/>
          </a:prstGeom>
          <a:noFill/>
        </p:spPr>
        <p:txBody>
          <a:bodyPr wrap="square" rtlCol="0">
            <a:spAutoFit/>
          </a:bodyPr>
          <a:lstStyle/>
          <a:p>
            <a:r>
              <a:rPr lang="en-IN" sz="4000" b="1" dirty="0">
                <a:solidFill>
                  <a:srgbClr val="002060"/>
                </a:solidFill>
                <a:latin typeface="Times New Roman" panose="02020603050405020304" pitchFamily="18" charset="0"/>
                <a:cs typeface="Times New Roman" panose="02020603050405020304" pitchFamily="18" charset="0"/>
              </a:rPr>
              <a:t>Objectives :</a:t>
            </a:r>
          </a:p>
        </p:txBody>
      </p:sp>
      <p:sp>
        <p:nvSpPr>
          <p:cNvPr id="27" name="TextBox 26">
            <a:extLst>
              <a:ext uri="{FF2B5EF4-FFF2-40B4-BE49-F238E27FC236}">
                <a16:creationId xmlns:a16="http://schemas.microsoft.com/office/drawing/2014/main" id="{D986914E-E059-DBA8-CDED-5C7B290B5AE1}"/>
              </a:ext>
            </a:extLst>
          </p:cNvPr>
          <p:cNvSpPr txBox="1">
            <a:spLocks noGrp="1" noRot="1" noMove="1" noResize="1" noEditPoints="1" noAdjustHandles="1" noChangeArrowheads="1" noChangeShapeType="1"/>
          </p:cNvSpPr>
          <p:nvPr/>
        </p:nvSpPr>
        <p:spPr>
          <a:xfrm>
            <a:off x="1196446" y="4558980"/>
            <a:ext cx="9954957" cy="1938992"/>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analyze a movie dataset and identify key trends and patterns.</a:t>
            </a:r>
          </a:p>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clean, process, and explore the data for meaningful insights.</a:t>
            </a:r>
          </a:p>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apply machine learning algorithms to predict movie ratings and revenue.</a:t>
            </a:r>
          </a:p>
          <a:p>
            <a:pPr marL="342900" indent="-342900" algn="just">
              <a:buFont typeface="Wingdings" panose="05000000000000000000" pitchFamily="2" charset="2"/>
              <a:buChar char="v"/>
            </a:pPr>
            <a:r>
              <a:rPr lang="en-US" sz="2400" dirty="0"/>
              <a:t>To identify optimal groups or clusters of top-rated movies.</a:t>
            </a:r>
          </a:p>
          <a:p>
            <a:pPr marL="342900" indent="-342900" algn="just">
              <a:buFont typeface="Wingdings" panose="05000000000000000000" pitchFamily="2" charset="2"/>
              <a:buChar char="v"/>
            </a:pPr>
            <a:r>
              <a:rPr lang="en-US" sz="2400" dirty="0"/>
              <a:t>To demonstrate modular coding practices and strong analytical skills.</a:t>
            </a:r>
            <a:endParaRPr lang="en-IN" sz="2400" dirty="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D323A43B-AE91-A9D8-A6B5-F5C11F66EF74}"/>
              </a:ext>
            </a:extLst>
          </p:cNvPr>
          <p:cNvSpPr>
            <a:spLocks noGrp="1" noRot="1" noMove="1" noResize="1" noEditPoints="1" noAdjustHandles="1" noChangeArrowheads="1" noChangeShapeType="1"/>
          </p:cNvSpPr>
          <p:nvPr/>
        </p:nvSpPr>
        <p:spPr>
          <a:xfrm>
            <a:off x="14931968" y="-47625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TextBox 33">
            <a:extLst>
              <a:ext uri="{FF2B5EF4-FFF2-40B4-BE49-F238E27FC236}">
                <a16:creationId xmlns:a16="http://schemas.microsoft.com/office/drawing/2014/main" id="{52E8BDEB-C868-CF44-9BB9-A888AB4D506B}"/>
              </a:ext>
            </a:extLst>
          </p:cNvPr>
          <p:cNvSpPr txBox="1">
            <a:spLocks noGrp="1" noRot="1" noMove="1" noResize="1" noEditPoints="1" noAdjustHandles="1" noChangeArrowheads="1" noChangeShapeType="1"/>
          </p:cNvSpPr>
          <p:nvPr/>
        </p:nvSpPr>
        <p:spPr>
          <a:xfrm>
            <a:off x="15385630" y="2987537"/>
            <a:ext cx="7391399" cy="193899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Tree>
    <p:custDataLst>
      <p:tags r:id="rId1"/>
    </p:custDataLst>
    <p:extLst>
      <p:ext uri="{BB962C8B-B14F-4D97-AF65-F5344CB8AC3E}">
        <p14:creationId xmlns:p14="http://schemas.microsoft.com/office/powerpoint/2010/main" val="2970159095"/>
      </p:ext>
    </p:extLst>
  </p:cSld>
  <p:clrMapOvr>
    <a:masterClrMapping/>
  </p:clrMapOvr>
  <mc:AlternateContent xmlns:mc="http://schemas.openxmlformats.org/markup-compatibility/2006" xmlns:p159="http://schemas.microsoft.com/office/powerpoint/2015/09/main">
    <mc:Choice Requires="p159">
      <p:transition spd="slow" advTm="4728">
        <p159:morph option="byObject"/>
      </p:transition>
    </mc:Choice>
    <mc:Fallback xmlns="">
      <p:transition spd="slow" advTm="472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5"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B367A-4AF6-A274-E414-1119FD55AC5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71420D6C-AC7A-789D-9F58-724D434524AA}"/>
              </a:ext>
            </a:extLst>
          </p:cNvPr>
          <p:cNvSpPr>
            <a:spLocks noGrp="1" noRot="1" noMove="1" noResize="1" noEditPoints="1" noAdjustHandles="1" noChangeArrowheads="1" noChangeShapeType="1"/>
          </p:cNvSpPr>
          <p:nvPr/>
        </p:nvSpPr>
        <p:spPr>
          <a:xfrm>
            <a:off x="16392832" y="-47624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BEC103BE-02AE-CB87-F70A-8292D24FA96F}"/>
              </a:ext>
            </a:extLst>
          </p:cNvPr>
          <p:cNvSpPr txBox="1">
            <a:spLocks noGrp="1" noRot="1" noMove="1" noResize="1" noEditPoints="1" noAdjustHandles="1" noChangeArrowheads="1" noChangeShapeType="1"/>
          </p:cNvSpPr>
          <p:nvPr/>
        </p:nvSpPr>
        <p:spPr>
          <a:xfrm>
            <a:off x="16392833" y="2789716"/>
            <a:ext cx="7391399" cy="1015663"/>
          </a:xfrm>
          <a:prstGeom prst="rect">
            <a:avLst/>
          </a:prstGeom>
          <a:noFill/>
        </p:spPr>
        <p:txBody>
          <a:bodyPr wrap="square" rtlCol="0">
            <a:spAutoFit/>
          </a:bodyPr>
          <a:lstStyle/>
          <a:p>
            <a:r>
              <a:rPr lang="en-IN" sz="6000" dirty="0"/>
              <a:t>Market Overview    5.</a:t>
            </a:r>
          </a:p>
        </p:txBody>
      </p:sp>
      <p:sp>
        <p:nvSpPr>
          <p:cNvPr id="11" name="Oval 10">
            <a:extLst>
              <a:ext uri="{FF2B5EF4-FFF2-40B4-BE49-F238E27FC236}">
                <a16:creationId xmlns:a16="http://schemas.microsoft.com/office/drawing/2014/main" id="{1C22E139-8AA9-A5E9-654B-11C22464D6FA}"/>
              </a:ext>
            </a:extLst>
          </p:cNvPr>
          <p:cNvSpPr>
            <a:spLocks noGrp="1" noRot="1" noMove="1" noResize="1" noEditPoints="1" noAdjustHandles="1" noChangeArrowheads="1" noChangeShapeType="1"/>
          </p:cNvSpPr>
          <p:nvPr/>
        </p:nvSpPr>
        <p:spPr>
          <a:xfrm>
            <a:off x="14744781" y="-476251"/>
            <a:ext cx="7391400" cy="7810499"/>
          </a:xfrm>
          <a:prstGeom prst="ellipse">
            <a:avLst/>
          </a:prstGeom>
          <a:solidFill>
            <a:schemeClr val="accent5">
              <a:lumMod val="75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C710821C-35D0-915D-53D9-A802EEA2E8C7}"/>
              </a:ext>
            </a:extLst>
          </p:cNvPr>
          <p:cNvSpPr txBox="1">
            <a:spLocks noGrp="1" noRot="1" noMove="1" noResize="1" noEditPoints="1" noAdjustHandles="1" noChangeArrowheads="1" noChangeShapeType="1"/>
          </p:cNvSpPr>
          <p:nvPr/>
        </p:nvSpPr>
        <p:spPr>
          <a:xfrm>
            <a:off x="14615432" y="2789713"/>
            <a:ext cx="7391399" cy="1015663"/>
          </a:xfrm>
          <a:prstGeom prst="rect">
            <a:avLst/>
          </a:prstGeom>
          <a:noFill/>
        </p:spPr>
        <p:txBody>
          <a:bodyPr wrap="square" rtlCol="0">
            <a:spAutoFit/>
          </a:bodyPr>
          <a:lstStyle/>
          <a:p>
            <a:r>
              <a:rPr lang="en-IN" sz="6000" dirty="0"/>
              <a:t>Market Overview    4.</a:t>
            </a:r>
          </a:p>
        </p:txBody>
      </p:sp>
      <p:sp>
        <p:nvSpPr>
          <p:cNvPr id="12" name="Oval 11">
            <a:extLst>
              <a:ext uri="{FF2B5EF4-FFF2-40B4-BE49-F238E27FC236}">
                <a16:creationId xmlns:a16="http://schemas.microsoft.com/office/drawing/2014/main" id="{5F7CEACC-35DC-DA1D-7D52-67A64A53BBA8}"/>
              </a:ext>
            </a:extLst>
          </p:cNvPr>
          <p:cNvSpPr>
            <a:spLocks noGrp="1" noRot="1" noMove="1" noResize="1" noEditPoints="1" noAdjustHandles="1" noChangeArrowheads="1" noChangeShapeType="1"/>
          </p:cNvSpPr>
          <p:nvPr/>
        </p:nvSpPr>
        <p:spPr>
          <a:xfrm>
            <a:off x="12840076" y="-476250"/>
            <a:ext cx="7391400" cy="7810500"/>
          </a:xfrm>
          <a:prstGeom prst="ellipse">
            <a:avLst/>
          </a:prstGeom>
          <a:solidFill>
            <a:schemeClr val="accent5">
              <a:lumMod val="60000"/>
              <a:lumOff val="4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E1C75494-78B6-E269-C434-6E0D3F412AE9}"/>
              </a:ext>
            </a:extLst>
          </p:cNvPr>
          <p:cNvSpPr txBox="1">
            <a:spLocks noGrp="1" noRot="1" noMove="1" noResize="1" noEditPoints="1" noAdjustHandles="1" noChangeArrowheads="1" noChangeShapeType="1"/>
          </p:cNvSpPr>
          <p:nvPr/>
        </p:nvSpPr>
        <p:spPr>
          <a:xfrm>
            <a:off x="13096730" y="2767936"/>
            <a:ext cx="7391399" cy="1015663"/>
          </a:xfrm>
          <a:prstGeom prst="rect">
            <a:avLst/>
          </a:prstGeom>
          <a:noFill/>
        </p:spPr>
        <p:txBody>
          <a:bodyPr wrap="square" rtlCol="0">
            <a:spAutoFit/>
          </a:bodyPr>
          <a:lstStyle/>
          <a:p>
            <a:r>
              <a:rPr lang="en-IN" sz="6000" dirty="0">
                <a:solidFill>
                  <a:schemeClr val="bg1"/>
                </a:solidFill>
              </a:rPr>
              <a:t>Market Overview    3. </a:t>
            </a:r>
          </a:p>
        </p:txBody>
      </p:sp>
      <p:sp>
        <p:nvSpPr>
          <p:cNvPr id="13" name="Oval 12">
            <a:extLst>
              <a:ext uri="{FF2B5EF4-FFF2-40B4-BE49-F238E27FC236}">
                <a16:creationId xmlns:a16="http://schemas.microsoft.com/office/drawing/2014/main" id="{D611C32F-ACFA-66C9-80B9-835DAC69585F}"/>
              </a:ext>
            </a:extLst>
          </p:cNvPr>
          <p:cNvSpPr>
            <a:spLocks noGrp="1" noRot="1" noMove="1" noResize="1" noEditPoints="1" noAdjustHandles="1" noChangeArrowheads="1" noChangeShapeType="1"/>
          </p:cNvSpPr>
          <p:nvPr/>
        </p:nvSpPr>
        <p:spPr>
          <a:xfrm>
            <a:off x="2562580" y="-476250"/>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33CA954B-66AC-AB9E-BBCE-2D35E8D3DCC2}"/>
              </a:ext>
            </a:extLst>
          </p:cNvPr>
          <p:cNvSpPr txBox="1">
            <a:spLocks noGrp="1" noRot="1" noMove="1" noResize="1" noEditPoints="1" noAdjustHandles="1" noChangeArrowheads="1" noChangeShapeType="1"/>
          </p:cNvSpPr>
          <p:nvPr/>
        </p:nvSpPr>
        <p:spPr>
          <a:xfrm>
            <a:off x="4057279" y="2921161"/>
            <a:ext cx="7391399" cy="1015663"/>
          </a:xfrm>
          <a:prstGeom prst="rect">
            <a:avLst/>
          </a:prstGeom>
          <a:noFill/>
        </p:spPr>
        <p:txBody>
          <a:bodyPr wrap="square" rtlCol="0">
            <a:spAutoFit/>
          </a:bodyPr>
          <a:lstStyle/>
          <a:p>
            <a:r>
              <a:rPr lang="en-IN" sz="6000" dirty="0">
                <a:solidFill>
                  <a:schemeClr val="bg1"/>
                </a:solidFill>
                <a:latin typeface="Lora" pitchFamily="2" charset="0"/>
              </a:rPr>
              <a:t>2.  Tools Used</a:t>
            </a:r>
          </a:p>
        </p:txBody>
      </p:sp>
      <p:sp>
        <p:nvSpPr>
          <p:cNvPr id="14" name="Oval 13">
            <a:extLst>
              <a:ext uri="{FF2B5EF4-FFF2-40B4-BE49-F238E27FC236}">
                <a16:creationId xmlns:a16="http://schemas.microsoft.com/office/drawing/2014/main" id="{E9D08E0B-ACFA-8DE9-B1A3-2AFF346F974D}"/>
              </a:ext>
            </a:extLst>
          </p:cNvPr>
          <p:cNvSpPr>
            <a:spLocks noGrp="1" noRot="1" noMove="1" noResize="1" noEditPoints="1" noAdjustHandles="1" noChangeArrowheads="1" noChangeShapeType="1"/>
          </p:cNvSpPr>
          <p:nvPr/>
        </p:nvSpPr>
        <p:spPr>
          <a:xfrm>
            <a:off x="-6117619" y="-629483"/>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89439B05-9C80-6798-B1EB-F781325FB375}"/>
              </a:ext>
            </a:extLst>
          </p:cNvPr>
          <p:cNvSpPr txBox="1">
            <a:spLocks noGrp="1" noRot="1" noMove="1" noResize="1" noEditPoints="1" noAdjustHandles="1" noChangeArrowheads="1" noChangeShapeType="1"/>
          </p:cNvSpPr>
          <p:nvPr/>
        </p:nvSpPr>
        <p:spPr>
          <a:xfrm>
            <a:off x="-5102054" y="2459656"/>
            <a:ext cx="4377949" cy="1938992"/>
          </a:xfrm>
          <a:prstGeom prst="rect">
            <a:avLst/>
          </a:prstGeom>
          <a:noFill/>
        </p:spPr>
        <p:txBody>
          <a:bodyPr wrap="square" rtlCol="0">
            <a:spAutoFit/>
          </a:bodyPr>
          <a:lstStyle/>
          <a:p>
            <a:pPr algn="ctr"/>
            <a:r>
              <a:rPr lang="en-IN" sz="6000" dirty="0"/>
              <a:t>Introduction    1.</a:t>
            </a:r>
          </a:p>
        </p:txBody>
      </p:sp>
      <p:sp>
        <p:nvSpPr>
          <p:cNvPr id="15" name="Oval 14">
            <a:extLst>
              <a:ext uri="{FF2B5EF4-FFF2-40B4-BE49-F238E27FC236}">
                <a16:creationId xmlns:a16="http://schemas.microsoft.com/office/drawing/2014/main" id="{13DD92FD-69FF-2E85-604B-90BAD1D8525F}"/>
              </a:ext>
            </a:extLst>
          </p:cNvPr>
          <p:cNvSpPr>
            <a:spLocks noGrp="1" noRot="1" noMove="1" noResize="1" noEditPoints="1" noAdjustHandles="1" noChangeArrowheads="1" noChangeShapeType="1"/>
          </p:cNvSpPr>
          <p:nvPr/>
        </p:nvSpPr>
        <p:spPr>
          <a:xfrm>
            <a:off x="-6806108" y="-629483"/>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1E158954-AF8D-826C-41AD-836C32535836}"/>
              </a:ext>
            </a:extLst>
          </p:cNvPr>
          <p:cNvSpPr txBox="1">
            <a:spLocks noGrp="1" noRot="1" noMove="1" noResize="1" noEditPoints="1" noAdjustHandles="1" noChangeArrowheads="1" noChangeShapeType="1"/>
          </p:cNvSpPr>
          <p:nvPr/>
        </p:nvSpPr>
        <p:spPr>
          <a:xfrm>
            <a:off x="-6524169" y="2459345"/>
            <a:ext cx="2262118" cy="1939303"/>
          </a:xfrm>
          <a:prstGeom prst="rect">
            <a:avLst/>
          </a:prstGeom>
          <a:noFill/>
        </p:spPr>
        <p:txBody>
          <a:bodyPr wrap="square" rtlCol="0">
            <a:spAutoFit/>
          </a:bodyPr>
          <a:lstStyle/>
          <a:p>
            <a:r>
              <a:rPr lang="en-IN" sz="6000" dirty="0"/>
              <a:t>Focus Areas</a:t>
            </a:r>
          </a:p>
        </p:txBody>
      </p:sp>
      <p:sp>
        <p:nvSpPr>
          <p:cNvPr id="6" name="Oval 5">
            <a:extLst>
              <a:ext uri="{FF2B5EF4-FFF2-40B4-BE49-F238E27FC236}">
                <a16:creationId xmlns:a16="http://schemas.microsoft.com/office/drawing/2014/main" id="{E67F9736-056F-7B45-3A32-20826F4BCECE}"/>
              </a:ext>
            </a:extLst>
          </p:cNvPr>
          <p:cNvSpPr>
            <a:spLocks noGrp="1" noRot="1" noMove="1" noResize="1" noEditPoints="1" noAdjustHandles="1" noChangeArrowheads="1" noChangeShapeType="1"/>
          </p:cNvSpPr>
          <p:nvPr/>
        </p:nvSpPr>
        <p:spPr>
          <a:xfrm>
            <a:off x="10962976" y="-476257"/>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48AFFCC0-0359-8581-5566-9B7FAA9BEA4E}"/>
              </a:ext>
            </a:extLst>
          </p:cNvPr>
          <p:cNvSpPr txBox="1">
            <a:spLocks noGrp="1" noRot="1" noMove="1" noResize="1" noEditPoints="1" noAdjustHandles="1" noChangeArrowheads="1" noChangeShapeType="1"/>
          </p:cNvSpPr>
          <p:nvPr/>
        </p:nvSpPr>
        <p:spPr>
          <a:xfrm>
            <a:off x="11416638" y="2987534"/>
            <a:ext cx="7391399" cy="1015663"/>
          </a:xfrm>
          <a:prstGeom prst="rect">
            <a:avLst/>
          </a:prstGeom>
          <a:noFill/>
        </p:spPr>
        <p:txBody>
          <a:bodyPr wrap="square" rtlCol="0">
            <a:spAutoFit/>
          </a:bodyPr>
          <a:lstStyle/>
          <a:p>
            <a:r>
              <a:rPr lang="en-IN" sz="6000" dirty="0">
                <a:latin typeface="Lora" pitchFamily="2" charset="0"/>
              </a:rPr>
              <a:t> </a:t>
            </a:r>
          </a:p>
        </p:txBody>
      </p:sp>
      <p:sp>
        <p:nvSpPr>
          <p:cNvPr id="8" name="TextBox 7">
            <a:extLst>
              <a:ext uri="{FF2B5EF4-FFF2-40B4-BE49-F238E27FC236}">
                <a16:creationId xmlns:a16="http://schemas.microsoft.com/office/drawing/2014/main" id="{B9DA0357-C256-C25E-7C8F-34E44079204D}"/>
              </a:ext>
            </a:extLst>
          </p:cNvPr>
          <p:cNvSpPr txBox="1">
            <a:spLocks noGrp="1" noRot="1" noMove="1" noResize="1" noEditPoints="1" noAdjustHandles="1" noChangeArrowheads="1" noChangeShapeType="1"/>
          </p:cNvSpPr>
          <p:nvPr/>
        </p:nvSpPr>
        <p:spPr>
          <a:xfrm>
            <a:off x="9993198" y="3031716"/>
            <a:ext cx="12444848" cy="193899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Tree>
    <p:extLst>
      <p:ext uri="{BB962C8B-B14F-4D97-AF65-F5344CB8AC3E}">
        <p14:creationId xmlns:p14="http://schemas.microsoft.com/office/powerpoint/2010/main" val="384871706"/>
      </p:ext>
    </p:extLst>
  </p:cSld>
  <p:clrMapOvr>
    <a:masterClrMapping/>
  </p:clrMapOvr>
  <mc:AlternateContent xmlns:mc="http://schemas.openxmlformats.org/markup-compatibility/2006" xmlns:p159="http://schemas.microsoft.com/office/powerpoint/2015/09/main">
    <mc:Choice Requires="p159">
      <p:transition spd="slow" advTm="238">
        <p159:morph option="byObject"/>
      </p:transition>
    </mc:Choice>
    <mc:Fallback xmlns="">
      <p:transition spd="slow" advTm="23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7814DCFE-5EF1-FB35-B312-682A44DB4EB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92CCCC5A-8625-40B1-42C3-A50E2362728D}"/>
              </a:ext>
            </a:extLst>
          </p:cNvPr>
          <p:cNvSpPr>
            <a:spLocks noGrp="1" noRot="1" noMove="1" noResize="1" noEditPoints="1" noAdjustHandles="1" noChangeArrowheads="1" noChangeShapeType="1"/>
          </p:cNvSpPr>
          <p:nvPr/>
        </p:nvSpPr>
        <p:spPr>
          <a:xfrm>
            <a:off x="11720057" y="-48907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A774F496-8B85-2718-D3A4-10CB05F95CBD}"/>
              </a:ext>
            </a:extLst>
          </p:cNvPr>
          <p:cNvSpPr txBox="1">
            <a:spLocks noGrp="1" noRot="1" noMove="1" noResize="1" noEditPoints="1" noAdjustHandles="1" noChangeArrowheads="1" noChangeShapeType="1"/>
          </p:cNvSpPr>
          <p:nvPr/>
        </p:nvSpPr>
        <p:spPr>
          <a:xfrm>
            <a:off x="16746794" y="2789713"/>
            <a:ext cx="7391399" cy="1015663"/>
          </a:xfrm>
          <a:prstGeom prst="rect">
            <a:avLst/>
          </a:prstGeom>
          <a:noFill/>
        </p:spPr>
        <p:txBody>
          <a:bodyPr wrap="square" rtlCol="0">
            <a:spAutoFit/>
          </a:bodyPr>
          <a:lstStyle/>
          <a:p>
            <a:r>
              <a:rPr lang="en-IN" sz="6000" dirty="0">
                <a:solidFill>
                  <a:schemeClr val="bg1"/>
                </a:solidFill>
              </a:rPr>
              <a:t>Market Overview    5.</a:t>
            </a:r>
          </a:p>
        </p:txBody>
      </p:sp>
      <p:sp>
        <p:nvSpPr>
          <p:cNvPr id="11" name="Oval 10">
            <a:extLst>
              <a:ext uri="{FF2B5EF4-FFF2-40B4-BE49-F238E27FC236}">
                <a16:creationId xmlns:a16="http://schemas.microsoft.com/office/drawing/2014/main" id="{505E2260-D033-071F-F117-E0AD768677AB}"/>
              </a:ext>
            </a:extLst>
          </p:cNvPr>
          <p:cNvSpPr>
            <a:spLocks noGrp="1" noRot="1" noMove="1" noResize="1" noEditPoints="1" noAdjustHandles="1" noChangeArrowheads="1" noChangeShapeType="1"/>
          </p:cNvSpPr>
          <p:nvPr/>
        </p:nvSpPr>
        <p:spPr>
          <a:xfrm>
            <a:off x="150924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49DE07FB-D2DA-9ABC-78DE-674F687F0E71}"/>
              </a:ext>
            </a:extLst>
          </p:cNvPr>
          <p:cNvSpPr txBox="1">
            <a:spLocks noGrp="1" noRot="1" noMove="1" noResize="1" noEditPoints="1" noAdjustHandles="1" noChangeArrowheads="1" noChangeShapeType="1"/>
          </p:cNvSpPr>
          <p:nvPr/>
        </p:nvSpPr>
        <p:spPr>
          <a:xfrm>
            <a:off x="15684450" y="3031716"/>
            <a:ext cx="7391399" cy="1015663"/>
          </a:xfrm>
          <a:prstGeom prst="rect">
            <a:avLst/>
          </a:prstGeom>
          <a:noFill/>
        </p:spPr>
        <p:txBody>
          <a:bodyPr wrap="square" rtlCol="0">
            <a:spAutoFit/>
          </a:bodyPr>
          <a:lstStyle/>
          <a:p>
            <a:r>
              <a:rPr lang="en-IN" sz="6000" dirty="0">
                <a:solidFill>
                  <a:schemeClr val="bg1"/>
                </a:solidFill>
              </a:rPr>
              <a:t>4. </a:t>
            </a:r>
          </a:p>
        </p:txBody>
      </p:sp>
      <p:sp>
        <p:nvSpPr>
          <p:cNvPr id="13" name="Oval 12">
            <a:extLst>
              <a:ext uri="{FF2B5EF4-FFF2-40B4-BE49-F238E27FC236}">
                <a16:creationId xmlns:a16="http://schemas.microsoft.com/office/drawing/2014/main" id="{54249A61-4799-B713-0112-EB790AE64B2E}"/>
              </a:ext>
            </a:extLst>
          </p:cNvPr>
          <p:cNvSpPr>
            <a:spLocks noGrp="1" noRot="1" noMove="1" noResize="1" noEditPoints="1" noAdjustHandles="1" noChangeArrowheads="1" noChangeShapeType="1"/>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2940B03E-008D-8EDC-EB54-31110AABAD68}"/>
              </a:ext>
            </a:extLst>
          </p:cNvPr>
          <p:cNvSpPr txBox="1">
            <a:spLocks noGrp="1" noRot="1" noMove="1" noResize="1" noEditPoints="1" noAdjustHandles="1" noChangeArrowheads="1" noChangeShapeType="1"/>
          </p:cNvSpPr>
          <p:nvPr/>
        </p:nvSpPr>
        <p:spPr>
          <a:xfrm>
            <a:off x="-5401663" y="2792410"/>
            <a:ext cx="7391399" cy="1015663"/>
          </a:xfrm>
          <a:prstGeom prst="rect">
            <a:avLst/>
          </a:prstGeom>
          <a:noFill/>
        </p:spPr>
        <p:txBody>
          <a:bodyPr wrap="square" rtlCol="0">
            <a:spAutoFit/>
          </a:bodyPr>
          <a:lstStyle/>
          <a:p>
            <a:r>
              <a:rPr lang="en-IN" sz="6000" dirty="0">
                <a:solidFill>
                  <a:schemeClr val="bg1"/>
                </a:solidFill>
              </a:rPr>
              <a:t>2.  Tools Used</a:t>
            </a:r>
          </a:p>
        </p:txBody>
      </p:sp>
      <p:sp>
        <p:nvSpPr>
          <p:cNvPr id="14" name="Oval 13">
            <a:extLst>
              <a:ext uri="{FF2B5EF4-FFF2-40B4-BE49-F238E27FC236}">
                <a16:creationId xmlns:a16="http://schemas.microsoft.com/office/drawing/2014/main" id="{39FB49AF-5A10-5C42-2707-C1E6851D2611}"/>
              </a:ext>
            </a:extLst>
          </p:cNvPr>
          <p:cNvSpPr>
            <a:spLocks noGrp="1" noRot="1" noMove="1" noResize="1" noEditPoints="1" noAdjustHandles="1" noChangeArrowheads="1" noChangeShapeType="1"/>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EF695F68-C671-D4AC-ABD1-91C63C3F764B}"/>
              </a:ext>
            </a:extLst>
          </p:cNvPr>
          <p:cNvSpPr txBox="1">
            <a:spLocks noGrp="1" noRot="1" noMove="1" noResize="1" noEditPoints="1" noAdjustHandles="1" noChangeArrowheads="1" noChangeShapeType="1"/>
          </p:cNvSpPr>
          <p:nvPr/>
        </p:nvSpPr>
        <p:spPr>
          <a:xfrm flipH="1">
            <a:off x="92480" y="2987534"/>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9A378CA7-4746-3738-2BCC-CBFE2A6E5FF7}"/>
              </a:ext>
            </a:extLst>
          </p:cNvPr>
          <p:cNvSpPr>
            <a:spLocks noGrp="1" noRot="1" noMove="1" noResize="1" noEditPoints="1" noAdjustHandles="1" noChangeArrowheads="1" noChangeShapeType="1"/>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D78581B9-D498-EAEE-A7A1-DAFABF682AEA}"/>
              </a:ext>
            </a:extLst>
          </p:cNvPr>
          <p:cNvSpPr txBox="1">
            <a:spLocks noGrp="1" noRot="1" noMove="1" noResize="1" noEditPoints="1" noAdjustHandles="1" noChangeArrowheads="1" noChangeShapeType="1"/>
          </p:cNvSpPr>
          <p:nvPr/>
        </p:nvSpPr>
        <p:spPr>
          <a:xfrm>
            <a:off x="-5602264" y="2459345"/>
            <a:ext cx="2262118" cy="1939303"/>
          </a:xfrm>
          <a:prstGeom prst="rect">
            <a:avLst/>
          </a:prstGeom>
          <a:noFill/>
        </p:spPr>
        <p:txBody>
          <a:bodyPr wrap="square" rtlCol="0">
            <a:spAutoFit/>
          </a:bodyPr>
          <a:lstStyle/>
          <a:p>
            <a:r>
              <a:rPr lang="en-IN" sz="6000" dirty="0"/>
              <a:t>Focus Areas</a:t>
            </a:r>
          </a:p>
        </p:txBody>
      </p:sp>
      <p:sp>
        <p:nvSpPr>
          <p:cNvPr id="7" name="Oval 6">
            <a:extLst>
              <a:ext uri="{FF2B5EF4-FFF2-40B4-BE49-F238E27FC236}">
                <a16:creationId xmlns:a16="http://schemas.microsoft.com/office/drawing/2014/main" id="{203E4252-2996-0091-CD10-8F308C784BF4}"/>
              </a:ext>
            </a:extLst>
          </p:cNvPr>
          <p:cNvSpPr>
            <a:spLocks noGrp="1" noRot="1" noMove="1" noResize="1" noEditPoints="1" noAdjustHandles="1" noChangeArrowheads="1" noChangeShapeType="1"/>
          </p:cNvSpPr>
          <p:nvPr/>
        </p:nvSpPr>
        <p:spPr>
          <a:xfrm>
            <a:off x="10962976" y="-476257"/>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B4282607-5658-DB36-44C7-71863C1884FF}"/>
              </a:ext>
            </a:extLst>
          </p:cNvPr>
          <p:cNvSpPr txBox="1">
            <a:spLocks noGrp="1" noRot="1" noMove="1" noResize="1" noEditPoints="1" noAdjustHandles="1" noChangeArrowheads="1" noChangeShapeType="1"/>
          </p:cNvSpPr>
          <p:nvPr/>
        </p:nvSpPr>
        <p:spPr>
          <a:xfrm>
            <a:off x="11416638" y="2987534"/>
            <a:ext cx="7391399" cy="1015663"/>
          </a:xfrm>
          <a:prstGeom prst="rect">
            <a:avLst/>
          </a:prstGeom>
          <a:noFill/>
        </p:spPr>
        <p:txBody>
          <a:bodyPr wrap="square" rtlCol="0">
            <a:spAutoFit/>
          </a:bodyPr>
          <a:lstStyle/>
          <a:p>
            <a:r>
              <a:rPr lang="en-IN" sz="6000" dirty="0">
                <a:latin typeface="Lora" pitchFamily="2" charset="0"/>
              </a:rPr>
              <a:t> </a:t>
            </a:r>
          </a:p>
        </p:txBody>
      </p:sp>
      <p:sp>
        <p:nvSpPr>
          <p:cNvPr id="9" name="TextBox 8">
            <a:extLst>
              <a:ext uri="{FF2B5EF4-FFF2-40B4-BE49-F238E27FC236}">
                <a16:creationId xmlns:a16="http://schemas.microsoft.com/office/drawing/2014/main" id="{91DC65E0-B1D3-F901-9B72-5CFA6673F095}"/>
              </a:ext>
            </a:extLst>
          </p:cNvPr>
          <p:cNvSpPr txBox="1">
            <a:spLocks noGrp="1" noRot="1" noMove="1" noResize="1" noEditPoints="1" noAdjustHandles="1" noChangeArrowheads="1" noChangeShapeType="1"/>
          </p:cNvSpPr>
          <p:nvPr/>
        </p:nvSpPr>
        <p:spPr>
          <a:xfrm>
            <a:off x="4665844" y="332328"/>
            <a:ext cx="2860313" cy="707886"/>
          </a:xfrm>
          <a:prstGeom prst="rect">
            <a:avLst/>
          </a:prstGeom>
          <a:noFill/>
        </p:spPr>
        <p:txBody>
          <a:bodyPr wrap="square" rtlCol="0">
            <a:spAutoFit/>
          </a:bodyPr>
          <a:lstStyle/>
          <a:p>
            <a:r>
              <a:rPr lang="en-IN" sz="4000" b="1" dirty="0">
                <a:solidFill>
                  <a:srgbClr val="002060"/>
                </a:solidFill>
                <a:latin typeface="Times New Roman" panose="02020603050405020304" pitchFamily="18" charset="0"/>
                <a:cs typeface="Times New Roman" panose="02020603050405020304" pitchFamily="18" charset="0"/>
              </a:rPr>
              <a:t>Tools Used :</a:t>
            </a:r>
          </a:p>
        </p:txBody>
      </p:sp>
      <p:grpSp>
        <p:nvGrpSpPr>
          <p:cNvPr id="2" name="Group 1">
            <a:extLst>
              <a:ext uri="{FF2B5EF4-FFF2-40B4-BE49-F238E27FC236}">
                <a16:creationId xmlns:a16="http://schemas.microsoft.com/office/drawing/2014/main" id="{9A5A3E7E-8583-1DC5-B950-DD5A366B3684}"/>
              </a:ext>
            </a:extLst>
          </p:cNvPr>
          <p:cNvGrpSpPr>
            <a:grpSpLocks noGrp="1" noUngrp="1" noRot="1" noMove="1" noResize="1"/>
          </p:cNvGrpSpPr>
          <p:nvPr/>
        </p:nvGrpSpPr>
        <p:grpSpPr>
          <a:xfrm>
            <a:off x="3863035" y="1369455"/>
            <a:ext cx="4495341" cy="4825025"/>
            <a:chOff x="3863035" y="1369455"/>
            <a:chExt cx="4495341" cy="4825025"/>
          </a:xfrm>
        </p:grpSpPr>
        <p:grpSp>
          <p:nvGrpSpPr>
            <p:cNvPr id="62" name="Group 61">
              <a:extLst>
                <a:ext uri="{FF2B5EF4-FFF2-40B4-BE49-F238E27FC236}">
                  <a16:creationId xmlns:a16="http://schemas.microsoft.com/office/drawing/2014/main" id="{009E6291-9515-6B2B-F77F-5C221613C56F}"/>
                </a:ext>
              </a:extLst>
            </p:cNvPr>
            <p:cNvGrpSpPr>
              <a:grpSpLocks noGrp="1" noUngrp="1" noRot="1" noMove="1" noResize="1"/>
            </p:cNvGrpSpPr>
            <p:nvPr/>
          </p:nvGrpSpPr>
          <p:grpSpPr>
            <a:xfrm rot="18751975">
              <a:off x="4983654" y="1374188"/>
              <a:ext cx="2152156" cy="2142689"/>
              <a:chOff x="3387162" y="2697547"/>
              <a:chExt cx="2152156" cy="2142689"/>
            </a:xfrm>
          </p:grpSpPr>
          <p:sp>
            <p:nvSpPr>
              <p:cNvPr id="59" name="Hexagon 58">
                <a:extLst>
                  <a:ext uri="{FF2B5EF4-FFF2-40B4-BE49-F238E27FC236}">
                    <a16:creationId xmlns:a16="http://schemas.microsoft.com/office/drawing/2014/main" id="{8A06EAF8-334C-B820-1BF1-A732BCFB8384}"/>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rgbClr val="F86E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Hexagon 57">
                <a:extLst>
                  <a:ext uri="{FF2B5EF4-FFF2-40B4-BE49-F238E27FC236}">
                    <a16:creationId xmlns:a16="http://schemas.microsoft.com/office/drawing/2014/main" id="{BA59BDD2-68D6-24F4-F0AB-846238976FF4}"/>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Isosceles Triangle 59">
                <a:extLst>
                  <a:ext uri="{FF2B5EF4-FFF2-40B4-BE49-F238E27FC236}">
                    <a16:creationId xmlns:a16="http://schemas.microsoft.com/office/drawing/2014/main" id="{DC0F2382-F389-EDCE-9E1B-8CDA30539E72}"/>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rgbClr val="F86E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63" name="Group 62">
              <a:extLst>
                <a:ext uri="{FF2B5EF4-FFF2-40B4-BE49-F238E27FC236}">
                  <a16:creationId xmlns:a16="http://schemas.microsoft.com/office/drawing/2014/main" id="{09B67191-42B1-5AD5-F1F7-47BBA58725D6}"/>
                </a:ext>
              </a:extLst>
            </p:cNvPr>
            <p:cNvGrpSpPr>
              <a:grpSpLocks noGrp="1" noUngrp="1" noRot="1" noMove="1" noResize="1"/>
            </p:cNvGrpSpPr>
            <p:nvPr/>
          </p:nvGrpSpPr>
          <p:grpSpPr>
            <a:xfrm rot="824821">
              <a:off x="6176810" y="2012563"/>
              <a:ext cx="2152156" cy="2142689"/>
              <a:chOff x="3387162" y="2697547"/>
              <a:chExt cx="2152156" cy="2142689"/>
            </a:xfrm>
          </p:grpSpPr>
          <p:sp>
            <p:nvSpPr>
              <p:cNvPr id="64" name="Hexagon 63">
                <a:extLst>
                  <a:ext uri="{FF2B5EF4-FFF2-40B4-BE49-F238E27FC236}">
                    <a16:creationId xmlns:a16="http://schemas.microsoft.com/office/drawing/2014/main" id="{D4995F01-E28F-45AE-7F81-EFE435929AA1}"/>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rgbClr val="6733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Hexagon 64">
                <a:extLst>
                  <a:ext uri="{FF2B5EF4-FFF2-40B4-BE49-F238E27FC236}">
                    <a16:creationId xmlns:a16="http://schemas.microsoft.com/office/drawing/2014/main" id="{E01858EC-AEB5-FEA9-85A9-06B56E18D34E}"/>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Isosceles Triangle 65">
                <a:extLst>
                  <a:ext uri="{FF2B5EF4-FFF2-40B4-BE49-F238E27FC236}">
                    <a16:creationId xmlns:a16="http://schemas.microsoft.com/office/drawing/2014/main" id="{9B726754-D1B9-6867-2D1D-107A79D2E58C}"/>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rgbClr val="6733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7" name="Group 66">
              <a:extLst>
                <a:ext uri="{FF2B5EF4-FFF2-40B4-BE49-F238E27FC236}">
                  <a16:creationId xmlns:a16="http://schemas.microsoft.com/office/drawing/2014/main" id="{BE4FECF0-45A8-2C8A-A245-63BF07D1760E}"/>
                </a:ext>
              </a:extLst>
            </p:cNvPr>
            <p:cNvGrpSpPr>
              <a:grpSpLocks noGrp="1" noUngrp="1" noRot="1" noMove="1" noResize="1"/>
            </p:cNvGrpSpPr>
            <p:nvPr/>
          </p:nvGrpSpPr>
          <p:grpSpPr>
            <a:xfrm rot="7917788">
              <a:off x="5090390" y="4047057"/>
              <a:ext cx="2152156" cy="2142689"/>
              <a:chOff x="3387162" y="2697547"/>
              <a:chExt cx="2152156" cy="2142689"/>
            </a:xfrm>
          </p:grpSpPr>
          <p:sp>
            <p:nvSpPr>
              <p:cNvPr id="68" name="Hexagon 67">
                <a:extLst>
                  <a:ext uri="{FF2B5EF4-FFF2-40B4-BE49-F238E27FC236}">
                    <a16:creationId xmlns:a16="http://schemas.microsoft.com/office/drawing/2014/main" id="{6BF26A28-FC0E-3F56-8B49-EC1E932327AA}"/>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rgbClr val="0BCF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Hexagon 68">
                <a:extLst>
                  <a:ext uri="{FF2B5EF4-FFF2-40B4-BE49-F238E27FC236}">
                    <a16:creationId xmlns:a16="http://schemas.microsoft.com/office/drawing/2014/main" id="{6AC95D70-E88A-02C3-A73E-56743A58EACC}"/>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Isosceles Triangle 69">
                <a:extLst>
                  <a:ext uri="{FF2B5EF4-FFF2-40B4-BE49-F238E27FC236}">
                    <a16:creationId xmlns:a16="http://schemas.microsoft.com/office/drawing/2014/main" id="{DB845AAD-08B9-87C9-3114-1BB9D0023DD3}"/>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rgbClr val="0BCF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1" name="Group 70">
              <a:extLst>
                <a:ext uri="{FF2B5EF4-FFF2-40B4-BE49-F238E27FC236}">
                  <a16:creationId xmlns:a16="http://schemas.microsoft.com/office/drawing/2014/main" id="{CB53A42A-4308-DAF5-81D1-BC9D97ED96EF}"/>
                </a:ext>
              </a:extLst>
            </p:cNvPr>
            <p:cNvGrpSpPr>
              <a:grpSpLocks noGrp="1" noUngrp="1" noRot="1" noMove="1" noResize="1"/>
            </p:cNvGrpSpPr>
            <p:nvPr/>
          </p:nvGrpSpPr>
          <p:grpSpPr>
            <a:xfrm rot="4365913">
              <a:off x="6210954" y="3327303"/>
              <a:ext cx="2152156" cy="2142689"/>
              <a:chOff x="3387162" y="2697547"/>
              <a:chExt cx="2152156" cy="2142689"/>
            </a:xfrm>
          </p:grpSpPr>
          <p:sp>
            <p:nvSpPr>
              <p:cNvPr id="72" name="Hexagon 71">
                <a:extLst>
                  <a:ext uri="{FF2B5EF4-FFF2-40B4-BE49-F238E27FC236}">
                    <a16:creationId xmlns:a16="http://schemas.microsoft.com/office/drawing/2014/main" id="{A4F7E7C1-06B8-2B4E-1688-F5D35EEE7EF2}"/>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3" name="Hexagon 72">
                <a:extLst>
                  <a:ext uri="{FF2B5EF4-FFF2-40B4-BE49-F238E27FC236}">
                    <a16:creationId xmlns:a16="http://schemas.microsoft.com/office/drawing/2014/main" id="{239F2E9A-45D1-08D1-E08C-371ECAC34850}"/>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Isosceles Triangle 73">
                <a:extLst>
                  <a:ext uri="{FF2B5EF4-FFF2-40B4-BE49-F238E27FC236}">
                    <a16:creationId xmlns:a16="http://schemas.microsoft.com/office/drawing/2014/main" id="{DD2D66B7-E7CA-0904-DDD8-15B55795C4DF}"/>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9" name="Group 78">
              <a:extLst>
                <a:ext uri="{FF2B5EF4-FFF2-40B4-BE49-F238E27FC236}">
                  <a16:creationId xmlns:a16="http://schemas.microsoft.com/office/drawing/2014/main" id="{4E4A189C-ADFE-7276-A3DE-597D3BF1966A}"/>
                </a:ext>
              </a:extLst>
            </p:cNvPr>
            <p:cNvGrpSpPr>
              <a:grpSpLocks noGrp="1" noUngrp="1" noRot="1" noMove="1" noResize="1"/>
            </p:cNvGrpSpPr>
            <p:nvPr/>
          </p:nvGrpSpPr>
          <p:grpSpPr>
            <a:xfrm rot="11529502">
              <a:off x="3916741" y="3398212"/>
              <a:ext cx="2152156" cy="2142689"/>
              <a:chOff x="3387162" y="2697547"/>
              <a:chExt cx="2152156" cy="2142689"/>
            </a:xfrm>
          </p:grpSpPr>
          <p:sp>
            <p:nvSpPr>
              <p:cNvPr id="80" name="Hexagon 79">
                <a:extLst>
                  <a:ext uri="{FF2B5EF4-FFF2-40B4-BE49-F238E27FC236}">
                    <a16:creationId xmlns:a16="http://schemas.microsoft.com/office/drawing/2014/main" id="{C93B343A-DF5A-072C-FDBE-59AD129254C8}"/>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Hexagon 80">
                <a:extLst>
                  <a:ext uri="{FF2B5EF4-FFF2-40B4-BE49-F238E27FC236}">
                    <a16:creationId xmlns:a16="http://schemas.microsoft.com/office/drawing/2014/main" id="{5330E1BD-6E98-3A5C-0A15-A842F7066E9C}"/>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Isosceles Triangle 81">
                <a:extLst>
                  <a:ext uri="{FF2B5EF4-FFF2-40B4-BE49-F238E27FC236}">
                    <a16:creationId xmlns:a16="http://schemas.microsoft.com/office/drawing/2014/main" id="{1FE20F3B-8751-E16B-6FC0-4DF0DA2E9CA9}"/>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3" name="Group 82">
              <a:extLst>
                <a:ext uri="{FF2B5EF4-FFF2-40B4-BE49-F238E27FC236}">
                  <a16:creationId xmlns:a16="http://schemas.microsoft.com/office/drawing/2014/main" id="{8EC88A8E-5575-A721-700E-BD29F98AF29B}"/>
                </a:ext>
              </a:extLst>
            </p:cNvPr>
            <p:cNvGrpSpPr>
              <a:grpSpLocks noGrp="1" noUngrp="1" noRot="1" noMove="1" noResize="1"/>
            </p:cNvGrpSpPr>
            <p:nvPr/>
          </p:nvGrpSpPr>
          <p:grpSpPr>
            <a:xfrm rot="15196584">
              <a:off x="3858302" y="2052199"/>
              <a:ext cx="2152156" cy="2142689"/>
              <a:chOff x="3387162" y="2697547"/>
              <a:chExt cx="2152156" cy="2142689"/>
            </a:xfrm>
          </p:grpSpPr>
          <p:sp>
            <p:nvSpPr>
              <p:cNvPr id="84" name="Hexagon 83">
                <a:extLst>
                  <a:ext uri="{FF2B5EF4-FFF2-40B4-BE49-F238E27FC236}">
                    <a16:creationId xmlns:a16="http://schemas.microsoft.com/office/drawing/2014/main" id="{2F1F041F-AE22-776B-A2EE-A6AE42A09B13}"/>
                  </a:ext>
                </a:extLst>
              </p:cNvPr>
              <p:cNvSpPr>
                <a:spLocks noGrp="1" noRot="1" noMove="1" noResize="1" noEditPoints="1" noAdjustHandles="1" noChangeArrowheads="1" noChangeShapeType="1"/>
              </p:cNvSpPr>
              <p:nvPr/>
            </p:nvSpPr>
            <p:spPr>
              <a:xfrm rot="2839785">
                <a:off x="3930985" y="2773213"/>
                <a:ext cx="1683999" cy="1532667"/>
              </a:xfrm>
              <a:prstGeom prst="hexagon">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Hexagon 84">
                <a:extLst>
                  <a:ext uri="{FF2B5EF4-FFF2-40B4-BE49-F238E27FC236}">
                    <a16:creationId xmlns:a16="http://schemas.microsoft.com/office/drawing/2014/main" id="{B0419368-7FFC-6C06-C81A-1A9886B160B2}"/>
                  </a:ext>
                </a:extLst>
              </p:cNvPr>
              <p:cNvSpPr>
                <a:spLocks noGrp="1" noRot="1" noMove="1" noResize="1" noEditPoints="1" noAdjustHandles="1" noChangeArrowheads="1" noChangeShapeType="1"/>
              </p:cNvSpPr>
              <p:nvPr/>
            </p:nvSpPr>
            <p:spPr>
              <a:xfrm rot="2839785">
                <a:off x="3990287" y="2825322"/>
                <a:ext cx="1565395" cy="1428445"/>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6" name="Isosceles Triangle 85">
                <a:extLst>
                  <a:ext uri="{FF2B5EF4-FFF2-40B4-BE49-F238E27FC236}">
                    <a16:creationId xmlns:a16="http://schemas.microsoft.com/office/drawing/2014/main" id="{2F1D5A41-F9E1-49DA-C1BE-62CED9E250C8}"/>
                  </a:ext>
                </a:extLst>
              </p:cNvPr>
              <p:cNvSpPr>
                <a:spLocks noGrp="1" noRot="1" noMove="1" noResize="1" noEditPoints="1" noAdjustHandles="1" noChangeArrowheads="1" noChangeShapeType="1"/>
              </p:cNvSpPr>
              <p:nvPr/>
            </p:nvSpPr>
            <p:spPr>
              <a:xfrm rot="13634577">
                <a:off x="3402492" y="3902556"/>
                <a:ext cx="922350" cy="953009"/>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pic>
        <p:nvPicPr>
          <p:cNvPr id="20" name="Picture 19" descr="A green circle with a white x on it&#10;&#10;AI-generated content may be incorrect.">
            <a:extLst>
              <a:ext uri="{FF2B5EF4-FFF2-40B4-BE49-F238E27FC236}">
                <a16:creationId xmlns:a16="http://schemas.microsoft.com/office/drawing/2014/main" id="{F8223A89-A089-2EDE-F583-9341ADFA2961}"/>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5476730" y="1439057"/>
            <a:ext cx="1188942" cy="1188942"/>
          </a:xfrm>
          <a:prstGeom prst="rect">
            <a:avLst/>
          </a:prstGeom>
        </p:spPr>
      </p:pic>
      <p:pic>
        <p:nvPicPr>
          <p:cNvPr id="28" name="Picture 27" descr="A blue and yellow snake logo&#10;&#10;AI-generated content may be incorrect.">
            <a:extLst>
              <a:ext uri="{FF2B5EF4-FFF2-40B4-BE49-F238E27FC236}">
                <a16:creationId xmlns:a16="http://schemas.microsoft.com/office/drawing/2014/main" id="{2738CDD6-8563-3801-861B-E0761EF75234}"/>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7074792" y="2416180"/>
            <a:ext cx="1066935" cy="1066935"/>
          </a:xfrm>
          <a:prstGeom prst="rect">
            <a:avLst/>
          </a:prstGeom>
        </p:spPr>
      </p:pic>
      <p:pic>
        <p:nvPicPr>
          <p:cNvPr id="24" name="Picture 23" descr="A blue dolphin with yellow text&#10;&#10;AI-generated content may be incorrect.">
            <a:extLst>
              <a:ext uri="{FF2B5EF4-FFF2-40B4-BE49-F238E27FC236}">
                <a16:creationId xmlns:a16="http://schemas.microsoft.com/office/drawing/2014/main" id="{1549FEA1-7830-E607-A560-8BCA8CFAD774}"/>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7066554" y="4068195"/>
            <a:ext cx="1065306" cy="965699"/>
          </a:xfrm>
          <a:prstGeom prst="rect">
            <a:avLst/>
          </a:prstGeom>
        </p:spPr>
      </p:pic>
      <p:pic>
        <p:nvPicPr>
          <p:cNvPr id="26" name="Picture 25" descr="A logo with colorful crosses&#10;&#10;AI-generated content may be incorrect.">
            <a:extLst>
              <a:ext uri="{FF2B5EF4-FFF2-40B4-BE49-F238E27FC236}">
                <a16:creationId xmlns:a16="http://schemas.microsoft.com/office/drawing/2014/main" id="{ED10D346-80CD-5EBA-D2BE-808820330DCA}"/>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3984240" y="2363536"/>
            <a:ext cx="1292423" cy="819046"/>
          </a:xfrm>
          <a:prstGeom prst="rect">
            <a:avLst/>
          </a:prstGeom>
        </p:spPr>
      </p:pic>
      <p:pic>
        <p:nvPicPr>
          <p:cNvPr id="91" name="Picture 90">
            <a:extLst>
              <a:ext uri="{FF2B5EF4-FFF2-40B4-BE49-F238E27FC236}">
                <a16:creationId xmlns:a16="http://schemas.microsoft.com/office/drawing/2014/main" id="{CF50DC78-108F-C332-AA6A-F2DCEB651A14}"/>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tretch>
            <a:fillRect/>
          </a:stretch>
        </p:blipFill>
        <p:spPr>
          <a:xfrm>
            <a:off x="5593008" y="4943136"/>
            <a:ext cx="1041317" cy="1041317"/>
          </a:xfrm>
          <a:prstGeom prst="rect">
            <a:avLst/>
          </a:prstGeom>
        </p:spPr>
      </p:pic>
      <p:pic>
        <p:nvPicPr>
          <p:cNvPr id="12" name="Picture 11" descr="A blue and purple logo&#10;&#10;AI-generated content may be incorrect.">
            <a:extLst>
              <a:ext uri="{FF2B5EF4-FFF2-40B4-BE49-F238E27FC236}">
                <a16:creationId xmlns:a16="http://schemas.microsoft.com/office/drawing/2014/main" id="{A9EFF339-4F21-7359-135F-8208BDAE5BCA}"/>
              </a:ext>
            </a:extLst>
          </p:cNvPr>
          <p:cNvPicPr>
            <a:picLocks noGrp="1" noRot="1" noChangeAspect="1" noMove="1" noResize="1" noEditPoints="1" noAdjustHandles="1" noChangeArrowheads="1" noChangeShapeType="1" noCrop="1"/>
          </p:cNvPicPr>
          <p:nvPr/>
        </p:nvPicPr>
        <p:blipFill>
          <a:blip r:embed="rId9">
            <a:extLst>
              <a:ext uri="{28A0092B-C50C-407E-A947-70E740481C1C}">
                <a14:useLocalDpi xmlns:a14="http://schemas.microsoft.com/office/drawing/2010/main" val="0"/>
              </a:ext>
            </a:extLst>
          </a:blip>
          <a:stretch>
            <a:fillRect/>
          </a:stretch>
        </p:blipFill>
        <p:spPr>
          <a:xfrm>
            <a:off x="4059125" y="4068195"/>
            <a:ext cx="1095988" cy="1095988"/>
          </a:xfrm>
          <a:prstGeom prst="rect">
            <a:avLst/>
          </a:prstGeom>
        </p:spPr>
      </p:pic>
      <p:sp>
        <p:nvSpPr>
          <p:cNvPr id="19" name="TextBox 18">
            <a:extLst>
              <a:ext uri="{FF2B5EF4-FFF2-40B4-BE49-F238E27FC236}">
                <a16:creationId xmlns:a16="http://schemas.microsoft.com/office/drawing/2014/main" id="{CAD8BD07-9D08-0B88-3E67-1409159BF1AA}"/>
              </a:ext>
            </a:extLst>
          </p:cNvPr>
          <p:cNvSpPr txBox="1">
            <a:spLocks noGrp="1" noRot="1" noMove="1" noResize="1" noEditPoints="1" noAdjustHandles="1" noChangeArrowheads="1" noChangeShapeType="1"/>
          </p:cNvSpPr>
          <p:nvPr/>
        </p:nvSpPr>
        <p:spPr>
          <a:xfrm>
            <a:off x="9993198" y="3031716"/>
            <a:ext cx="12444848" cy="193899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Tree>
    <p:custDataLst>
      <p:tags r:id="rId1"/>
    </p:custDataLst>
    <p:extLst>
      <p:ext uri="{BB962C8B-B14F-4D97-AF65-F5344CB8AC3E}">
        <p14:creationId xmlns:p14="http://schemas.microsoft.com/office/powerpoint/2010/main" val="465698669"/>
      </p:ext>
    </p:extLst>
  </p:cSld>
  <p:clrMapOvr>
    <a:masterClrMapping/>
  </p:clrMapOvr>
  <mc:AlternateContent xmlns:mc="http://schemas.openxmlformats.org/markup-compatibility/2006" xmlns:p159="http://schemas.microsoft.com/office/powerpoint/2015/09/main">
    <mc:Choice Requires="p159">
      <p:transition spd="slow" advTm="5283">
        <p159:morph option="byObject"/>
      </p:transition>
    </mc:Choice>
    <mc:Fallback xmlns="">
      <p:transition spd="slow" advTm="528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1"/>
                                        </p:tgtEl>
                                        <p:attrNameLst>
                                          <p:attrName>style.visibility</p:attrName>
                                        </p:attrNameLst>
                                      </p:cBhvr>
                                      <p:to>
                                        <p:strVal val="visible"/>
                                      </p:to>
                                    </p:set>
                                    <p:animEffect transition="in" filter="fade">
                                      <p:cBhvr>
                                        <p:cTn id="32" dur="500"/>
                                        <p:tgtEl>
                                          <p:spTgt spid="9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5ECC23F2-8B7C-1FC0-C82B-F193652D210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8AF9A9D-8ECB-08F0-436E-9E89EF872796}"/>
              </a:ext>
            </a:extLst>
          </p:cNvPr>
          <p:cNvSpPr>
            <a:spLocks noGrp="1" noRot="1" noMove="1" noResize="1" noEditPoints="1" noAdjustHandles="1" noChangeArrowheads="1" noChangeShapeType="1"/>
          </p:cNvSpPr>
          <p:nvPr/>
        </p:nvSpPr>
        <p:spPr>
          <a:xfrm>
            <a:off x="11720057" y="-48907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3A7B6D3D-61FE-D6A1-DCC7-CBA24CA37DFD}"/>
              </a:ext>
            </a:extLst>
          </p:cNvPr>
          <p:cNvSpPr txBox="1">
            <a:spLocks noGrp="1" noRot="1" noMove="1" noResize="1" noEditPoints="1" noAdjustHandles="1" noChangeArrowheads="1" noChangeShapeType="1"/>
          </p:cNvSpPr>
          <p:nvPr/>
        </p:nvSpPr>
        <p:spPr>
          <a:xfrm>
            <a:off x="16746794" y="2789713"/>
            <a:ext cx="7391399" cy="1015663"/>
          </a:xfrm>
          <a:prstGeom prst="rect">
            <a:avLst/>
          </a:prstGeom>
          <a:noFill/>
        </p:spPr>
        <p:txBody>
          <a:bodyPr wrap="square" rtlCol="0">
            <a:spAutoFit/>
          </a:bodyPr>
          <a:lstStyle/>
          <a:p>
            <a:r>
              <a:rPr lang="en-IN" sz="6000" dirty="0">
                <a:solidFill>
                  <a:schemeClr val="bg1"/>
                </a:solidFill>
              </a:rPr>
              <a:t>Market Overview    5.</a:t>
            </a:r>
          </a:p>
        </p:txBody>
      </p:sp>
      <p:sp>
        <p:nvSpPr>
          <p:cNvPr id="11" name="Oval 10">
            <a:extLst>
              <a:ext uri="{FF2B5EF4-FFF2-40B4-BE49-F238E27FC236}">
                <a16:creationId xmlns:a16="http://schemas.microsoft.com/office/drawing/2014/main" id="{A2FE20A7-100A-E6F0-3F83-1D43A0D19522}"/>
              </a:ext>
            </a:extLst>
          </p:cNvPr>
          <p:cNvSpPr>
            <a:spLocks noGrp="1" noRot="1" noMove="1" noResize="1" noEditPoints="1" noAdjustHandles="1" noChangeArrowheads="1" noChangeShapeType="1"/>
          </p:cNvSpPr>
          <p:nvPr/>
        </p:nvSpPr>
        <p:spPr>
          <a:xfrm>
            <a:off x="150924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48C5DA18-0C22-5DA7-517D-2A99C298A74F}"/>
              </a:ext>
            </a:extLst>
          </p:cNvPr>
          <p:cNvSpPr txBox="1">
            <a:spLocks noGrp="1" noRot="1" noMove="1" noResize="1" noEditPoints="1" noAdjustHandles="1" noChangeArrowheads="1" noChangeShapeType="1"/>
          </p:cNvSpPr>
          <p:nvPr/>
        </p:nvSpPr>
        <p:spPr>
          <a:xfrm>
            <a:off x="15684450" y="3031716"/>
            <a:ext cx="7391399" cy="1015663"/>
          </a:xfrm>
          <a:prstGeom prst="rect">
            <a:avLst/>
          </a:prstGeom>
          <a:noFill/>
        </p:spPr>
        <p:txBody>
          <a:bodyPr wrap="square" rtlCol="0">
            <a:spAutoFit/>
          </a:bodyPr>
          <a:lstStyle/>
          <a:p>
            <a:r>
              <a:rPr lang="en-IN" sz="6000" dirty="0">
                <a:solidFill>
                  <a:schemeClr val="bg1"/>
                </a:solidFill>
              </a:rPr>
              <a:t>4. </a:t>
            </a:r>
          </a:p>
        </p:txBody>
      </p:sp>
      <p:sp>
        <p:nvSpPr>
          <p:cNvPr id="13" name="Oval 12">
            <a:extLst>
              <a:ext uri="{FF2B5EF4-FFF2-40B4-BE49-F238E27FC236}">
                <a16:creationId xmlns:a16="http://schemas.microsoft.com/office/drawing/2014/main" id="{54ECB667-F625-3450-1933-08328079FEEE}"/>
              </a:ext>
            </a:extLst>
          </p:cNvPr>
          <p:cNvSpPr>
            <a:spLocks noGrp="1" noRot="1" noMove="1" noResize="1" noEditPoints="1" noAdjustHandles="1" noChangeArrowheads="1" noChangeShapeType="1"/>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7C54251D-CC26-707F-1D8D-D51426AF2755}"/>
              </a:ext>
            </a:extLst>
          </p:cNvPr>
          <p:cNvSpPr txBox="1">
            <a:spLocks noGrp="1" noRot="1" noMove="1" noResize="1" noEditPoints="1" noAdjustHandles="1" noChangeArrowheads="1" noChangeShapeType="1"/>
          </p:cNvSpPr>
          <p:nvPr/>
        </p:nvSpPr>
        <p:spPr>
          <a:xfrm>
            <a:off x="-5401663" y="2792410"/>
            <a:ext cx="7391399" cy="1015663"/>
          </a:xfrm>
          <a:prstGeom prst="rect">
            <a:avLst/>
          </a:prstGeom>
          <a:noFill/>
        </p:spPr>
        <p:txBody>
          <a:bodyPr wrap="square" rtlCol="0">
            <a:spAutoFit/>
          </a:bodyPr>
          <a:lstStyle/>
          <a:p>
            <a:r>
              <a:rPr lang="en-IN" sz="6000" dirty="0">
                <a:solidFill>
                  <a:schemeClr val="bg1"/>
                </a:solidFill>
              </a:rPr>
              <a:t>2.  Tools Used</a:t>
            </a:r>
          </a:p>
        </p:txBody>
      </p:sp>
      <p:sp>
        <p:nvSpPr>
          <p:cNvPr id="14" name="Oval 13">
            <a:extLst>
              <a:ext uri="{FF2B5EF4-FFF2-40B4-BE49-F238E27FC236}">
                <a16:creationId xmlns:a16="http://schemas.microsoft.com/office/drawing/2014/main" id="{ABC37BE4-10B0-2599-CCFA-27B6584A3A22}"/>
              </a:ext>
            </a:extLst>
          </p:cNvPr>
          <p:cNvSpPr>
            <a:spLocks noGrp="1" noRot="1" noMove="1" noResize="1" noEditPoints="1" noAdjustHandles="1" noChangeArrowheads="1" noChangeShapeType="1"/>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E91EE19C-F151-8833-2313-DF940DC5F77A}"/>
              </a:ext>
            </a:extLst>
          </p:cNvPr>
          <p:cNvSpPr txBox="1">
            <a:spLocks noGrp="1" noRot="1" noMove="1" noResize="1" noEditPoints="1" noAdjustHandles="1" noChangeArrowheads="1" noChangeShapeType="1"/>
          </p:cNvSpPr>
          <p:nvPr/>
        </p:nvSpPr>
        <p:spPr>
          <a:xfrm flipH="1">
            <a:off x="92480" y="2987534"/>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A527A4CC-256A-90CB-15EF-01F1A9DA582C}"/>
              </a:ext>
            </a:extLst>
          </p:cNvPr>
          <p:cNvSpPr>
            <a:spLocks noGrp="1" noRot="1" noMove="1" noResize="1" noEditPoints="1" noAdjustHandles="1" noChangeArrowheads="1" noChangeShapeType="1"/>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99761000-7E48-DCDF-1318-35FE5C287B01}"/>
              </a:ext>
            </a:extLst>
          </p:cNvPr>
          <p:cNvSpPr txBox="1">
            <a:spLocks noGrp="1" noRot="1" noMove="1" noResize="1" noEditPoints="1" noAdjustHandles="1" noChangeArrowheads="1" noChangeShapeType="1"/>
          </p:cNvSpPr>
          <p:nvPr/>
        </p:nvSpPr>
        <p:spPr>
          <a:xfrm>
            <a:off x="-5602264" y="2459345"/>
            <a:ext cx="2262118" cy="1939303"/>
          </a:xfrm>
          <a:prstGeom prst="rect">
            <a:avLst/>
          </a:prstGeom>
          <a:noFill/>
        </p:spPr>
        <p:txBody>
          <a:bodyPr wrap="square" rtlCol="0">
            <a:spAutoFit/>
          </a:bodyPr>
          <a:lstStyle/>
          <a:p>
            <a:r>
              <a:rPr lang="en-IN" sz="6000" dirty="0"/>
              <a:t>Focus Areas</a:t>
            </a:r>
          </a:p>
        </p:txBody>
      </p:sp>
      <p:sp>
        <p:nvSpPr>
          <p:cNvPr id="7" name="Oval 6">
            <a:extLst>
              <a:ext uri="{FF2B5EF4-FFF2-40B4-BE49-F238E27FC236}">
                <a16:creationId xmlns:a16="http://schemas.microsoft.com/office/drawing/2014/main" id="{60ECC178-1C6D-1733-032D-740EC57F970B}"/>
              </a:ext>
            </a:extLst>
          </p:cNvPr>
          <p:cNvSpPr>
            <a:spLocks noGrp="1" noRot="1" noMove="1" noResize="1" noEditPoints="1" noAdjustHandles="1" noChangeArrowheads="1" noChangeShapeType="1"/>
          </p:cNvSpPr>
          <p:nvPr/>
        </p:nvSpPr>
        <p:spPr>
          <a:xfrm>
            <a:off x="10962976" y="-476257"/>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0DE8ADB9-57B4-F2B7-BD0E-5664999F4203}"/>
              </a:ext>
            </a:extLst>
          </p:cNvPr>
          <p:cNvSpPr txBox="1">
            <a:spLocks noGrp="1" noRot="1" noMove="1" noResize="1" noEditPoints="1" noAdjustHandles="1" noChangeArrowheads="1" noChangeShapeType="1"/>
          </p:cNvSpPr>
          <p:nvPr/>
        </p:nvSpPr>
        <p:spPr>
          <a:xfrm>
            <a:off x="2798744" y="168109"/>
            <a:ext cx="7391399" cy="707886"/>
          </a:xfrm>
          <a:prstGeom prst="rect">
            <a:avLst/>
          </a:prstGeom>
          <a:noFill/>
        </p:spPr>
        <p:txBody>
          <a:bodyPr wrap="square" rtlCol="0">
            <a:spAutoFit/>
          </a:bodyPr>
          <a:lstStyle/>
          <a:p>
            <a:r>
              <a:rPr lang="en-US" sz="4000" b="1" dirty="0">
                <a:solidFill>
                  <a:srgbClr val="002060"/>
                </a:solidFill>
                <a:latin typeface="Times New Roman" panose="02020603050405020304" pitchFamily="18" charset="0"/>
                <a:cs typeface="Times New Roman" panose="02020603050405020304" pitchFamily="18" charset="0"/>
              </a:rPr>
              <a:t>Project Journey : Step by Step</a:t>
            </a:r>
          </a:p>
        </p:txBody>
      </p:sp>
      <p:grpSp>
        <p:nvGrpSpPr>
          <p:cNvPr id="4" name="Group 3">
            <a:extLst>
              <a:ext uri="{FF2B5EF4-FFF2-40B4-BE49-F238E27FC236}">
                <a16:creationId xmlns:a16="http://schemas.microsoft.com/office/drawing/2014/main" id="{23EFE101-4BB9-A7BD-1584-30AA80518401}"/>
              </a:ext>
            </a:extLst>
          </p:cNvPr>
          <p:cNvGrpSpPr>
            <a:grpSpLocks noGrp="1" noUngrp="1" noRot="1" noMove="1" noResize="1"/>
          </p:cNvGrpSpPr>
          <p:nvPr/>
        </p:nvGrpSpPr>
        <p:grpSpPr>
          <a:xfrm>
            <a:off x="2017473" y="1648494"/>
            <a:ext cx="8945503" cy="4658027"/>
            <a:chOff x="133922" y="1156381"/>
            <a:chExt cx="12077123" cy="5582610"/>
          </a:xfrm>
        </p:grpSpPr>
        <p:grpSp>
          <p:nvGrpSpPr>
            <p:cNvPr id="6" name="Group 5">
              <a:extLst>
                <a:ext uri="{FF2B5EF4-FFF2-40B4-BE49-F238E27FC236}">
                  <a16:creationId xmlns:a16="http://schemas.microsoft.com/office/drawing/2014/main" id="{8CDBA011-4A83-2003-0888-6F5F84736B9D}"/>
                </a:ext>
              </a:extLst>
            </p:cNvPr>
            <p:cNvGrpSpPr>
              <a:grpSpLocks noGrp="1" noUngrp="1" noRot="1" noMove="1" noResize="1"/>
            </p:cNvGrpSpPr>
            <p:nvPr/>
          </p:nvGrpSpPr>
          <p:grpSpPr>
            <a:xfrm>
              <a:off x="354317" y="2247900"/>
              <a:ext cx="11483366" cy="2994788"/>
              <a:chOff x="593351" y="2691306"/>
              <a:chExt cx="7985525" cy="2082575"/>
            </a:xfrm>
          </p:grpSpPr>
          <p:grpSp>
            <p:nvGrpSpPr>
              <p:cNvPr id="27" name="Group 26">
                <a:extLst>
                  <a:ext uri="{FF2B5EF4-FFF2-40B4-BE49-F238E27FC236}">
                    <a16:creationId xmlns:a16="http://schemas.microsoft.com/office/drawing/2014/main" id="{7CB299E0-61B7-807C-C210-9B6D89D96046}"/>
                  </a:ext>
                </a:extLst>
              </p:cNvPr>
              <p:cNvGrpSpPr>
                <a:grpSpLocks noGrp="1" noUngrp="1" noRot="1" noMove="1" noResize="1"/>
              </p:cNvGrpSpPr>
              <p:nvPr/>
            </p:nvGrpSpPr>
            <p:grpSpPr>
              <a:xfrm>
                <a:off x="593351" y="2691306"/>
                <a:ext cx="1363265" cy="1503928"/>
                <a:chOff x="768626" y="1785031"/>
                <a:chExt cx="1548540" cy="1708320"/>
              </a:xfrm>
            </p:grpSpPr>
            <p:grpSp>
              <p:nvGrpSpPr>
                <p:cNvPr id="57" name="Group 56">
                  <a:extLst>
                    <a:ext uri="{FF2B5EF4-FFF2-40B4-BE49-F238E27FC236}">
                      <a16:creationId xmlns:a16="http://schemas.microsoft.com/office/drawing/2014/main" id="{750BDC92-3EDF-43E6-59A5-3663560498DD}"/>
                    </a:ext>
                  </a:extLst>
                </p:cNvPr>
                <p:cNvGrpSpPr>
                  <a:grpSpLocks noGrp="1" noUngrp="1" noRot="1" noMove="1" noResize="1"/>
                </p:cNvGrpSpPr>
                <p:nvPr/>
              </p:nvGrpSpPr>
              <p:grpSpPr>
                <a:xfrm>
                  <a:off x="768626" y="1785031"/>
                  <a:ext cx="1548540" cy="1708320"/>
                  <a:chOff x="4678018" y="1785031"/>
                  <a:chExt cx="1548540" cy="1708320"/>
                </a:xfrm>
              </p:grpSpPr>
              <p:grpSp>
                <p:nvGrpSpPr>
                  <p:cNvPr id="75" name="Group 74">
                    <a:extLst>
                      <a:ext uri="{FF2B5EF4-FFF2-40B4-BE49-F238E27FC236}">
                        <a16:creationId xmlns:a16="http://schemas.microsoft.com/office/drawing/2014/main" id="{014FA5E9-D2CB-2EB4-19BA-6B2229FC4ACB}"/>
                      </a:ext>
                    </a:extLst>
                  </p:cNvPr>
                  <p:cNvGrpSpPr>
                    <a:grpSpLocks noGrp="1" noUngrp="1" noRot="1" noMove="1" noResize="1"/>
                  </p:cNvGrpSpPr>
                  <p:nvPr/>
                </p:nvGrpSpPr>
                <p:grpSpPr>
                  <a:xfrm>
                    <a:off x="4678018" y="1785031"/>
                    <a:ext cx="1548540" cy="1062714"/>
                    <a:chOff x="4863549" y="1917553"/>
                    <a:chExt cx="1548540" cy="1062714"/>
                  </a:xfrm>
                </p:grpSpPr>
                <p:sp>
                  <p:nvSpPr>
                    <p:cNvPr id="77" name="Isosceles Triangle 76">
                      <a:extLst>
                        <a:ext uri="{FF2B5EF4-FFF2-40B4-BE49-F238E27FC236}">
                          <a16:creationId xmlns:a16="http://schemas.microsoft.com/office/drawing/2014/main" id="{4247A225-2551-9838-3B9C-932DC422D8A8}"/>
                        </a:ext>
                      </a:extLst>
                    </p:cNvPr>
                    <p:cNvSpPr>
                      <a:spLocks noGrp="1" noRot="1" noMove="1" noResize="1" noEditPoints="1" noAdjustHandles="1" noChangeArrowheads="1" noChangeShapeType="1"/>
                    </p:cNvSpPr>
                    <p:nvPr/>
                  </p:nvSpPr>
                  <p:spPr>
                    <a:xfrm>
                      <a:off x="4863549" y="1917553"/>
                      <a:ext cx="1548540" cy="106271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sp>
                  <p:nvSpPr>
                    <p:cNvPr id="78" name="Isosceles Triangle 77">
                      <a:extLst>
                        <a:ext uri="{FF2B5EF4-FFF2-40B4-BE49-F238E27FC236}">
                          <a16:creationId xmlns:a16="http://schemas.microsoft.com/office/drawing/2014/main" id="{BBD44C23-C3C7-8E98-EA8D-804C6C0EEFEF}"/>
                        </a:ext>
                      </a:extLst>
                    </p:cNvPr>
                    <p:cNvSpPr>
                      <a:spLocks noGrp="1" noRot="1" noMove="1" noResize="1" noEditPoints="1" noAdjustHandles="1" noChangeArrowheads="1" noChangeShapeType="1"/>
                    </p:cNvSpPr>
                    <p:nvPr/>
                  </p:nvSpPr>
                  <p:spPr>
                    <a:xfrm>
                      <a:off x="5224249" y="2167467"/>
                      <a:ext cx="1174588" cy="812800"/>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76" name="Oval 75">
                    <a:extLst>
                      <a:ext uri="{FF2B5EF4-FFF2-40B4-BE49-F238E27FC236}">
                        <a16:creationId xmlns:a16="http://schemas.microsoft.com/office/drawing/2014/main" id="{CA206308-82C1-5B0C-A829-D6883D25C27F}"/>
                      </a:ext>
                    </a:extLst>
                  </p:cNvPr>
                  <p:cNvSpPr>
                    <a:spLocks noGrp="1" noRot="1" noMove="1" noResize="1" noEditPoints="1" noAdjustHandles="1" noChangeArrowheads="1" noChangeShapeType="1"/>
                  </p:cNvSpPr>
                  <p:nvPr/>
                </p:nvSpPr>
                <p:spPr>
                  <a:xfrm>
                    <a:off x="4932683" y="2441345"/>
                    <a:ext cx="1052008" cy="1052006"/>
                  </a:xfrm>
                  <a:prstGeom prst="ellipse">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61" name="TextBox 60">
                  <a:extLst>
                    <a:ext uri="{FF2B5EF4-FFF2-40B4-BE49-F238E27FC236}">
                      <a16:creationId xmlns:a16="http://schemas.microsoft.com/office/drawing/2014/main" id="{971F4B31-62D5-B64E-0F6E-EFC1CC411708}"/>
                    </a:ext>
                  </a:extLst>
                </p:cNvPr>
                <p:cNvSpPr txBox="1">
                  <a:spLocks noGrp="1" noRot="1" noMove="1" noResize="1" noEditPoints="1" noAdjustHandles="1" noChangeArrowheads="1" noChangeShapeType="1"/>
                </p:cNvSpPr>
                <p:nvPr/>
              </p:nvSpPr>
              <p:spPr>
                <a:xfrm>
                  <a:off x="1058965" y="2809323"/>
                  <a:ext cx="980661" cy="378784"/>
                </a:xfrm>
                <a:prstGeom prst="rect">
                  <a:avLst/>
                </a:prstGeom>
                <a:noFill/>
              </p:spPr>
              <p:txBody>
                <a:bodyPr wrap="square" rtlCol="0">
                  <a:spAutoFit/>
                </a:bodyPr>
                <a:lstStyle/>
                <a:p>
                  <a:pPr algn="ctr"/>
                  <a:r>
                    <a:rPr lang="en-US" altLang="ko-KR" sz="2000" b="1" dirty="0">
                      <a:solidFill>
                        <a:schemeClr val="tx1">
                          <a:lumMod val="75000"/>
                          <a:lumOff val="25000"/>
                        </a:schemeClr>
                      </a:solidFill>
                      <a:latin typeface="Lora" pitchFamily="2" charset="0"/>
                      <a:cs typeface="Arial" pitchFamily="34" charset="0"/>
                    </a:rPr>
                    <a:t>1</a:t>
                  </a:r>
                </a:p>
              </p:txBody>
            </p:sp>
          </p:grpSp>
          <p:grpSp>
            <p:nvGrpSpPr>
              <p:cNvPr id="29" name="Group 28">
                <a:extLst>
                  <a:ext uri="{FF2B5EF4-FFF2-40B4-BE49-F238E27FC236}">
                    <a16:creationId xmlns:a16="http://schemas.microsoft.com/office/drawing/2014/main" id="{42E84B49-6B9F-7C83-C7F8-EE18B987E0A6}"/>
                  </a:ext>
                </a:extLst>
              </p:cNvPr>
              <p:cNvGrpSpPr>
                <a:grpSpLocks noGrp="1" noUngrp="1" noRot="1" noMove="1" noResize="1"/>
              </p:cNvGrpSpPr>
              <p:nvPr/>
            </p:nvGrpSpPr>
            <p:grpSpPr>
              <a:xfrm>
                <a:off x="3904481" y="2691306"/>
                <a:ext cx="1363265" cy="1503928"/>
                <a:chOff x="768626" y="1785031"/>
                <a:chExt cx="1548540" cy="1708320"/>
              </a:xfrm>
            </p:grpSpPr>
            <p:grpSp>
              <p:nvGrpSpPr>
                <p:cNvPr id="51" name="Group 50">
                  <a:extLst>
                    <a:ext uri="{FF2B5EF4-FFF2-40B4-BE49-F238E27FC236}">
                      <a16:creationId xmlns:a16="http://schemas.microsoft.com/office/drawing/2014/main" id="{A6A2D39E-9A3C-57B5-A633-23E16B35327F}"/>
                    </a:ext>
                  </a:extLst>
                </p:cNvPr>
                <p:cNvGrpSpPr>
                  <a:grpSpLocks noGrp="1" noUngrp="1" noRot="1" noMove="1" noResize="1"/>
                </p:cNvGrpSpPr>
                <p:nvPr/>
              </p:nvGrpSpPr>
              <p:grpSpPr>
                <a:xfrm>
                  <a:off x="768626" y="1785031"/>
                  <a:ext cx="1548540" cy="1708320"/>
                  <a:chOff x="4678018" y="1785031"/>
                  <a:chExt cx="1548540" cy="1708320"/>
                </a:xfrm>
              </p:grpSpPr>
              <p:grpSp>
                <p:nvGrpSpPr>
                  <p:cNvPr id="53" name="Group 52">
                    <a:extLst>
                      <a:ext uri="{FF2B5EF4-FFF2-40B4-BE49-F238E27FC236}">
                        <a16:creationId xmlns:a16="http://schemas.microsoft.com/office/drawing/2014/main" id="{54D3B6D2-360A-C428-4B35-CB7AA8AE8B6F}"/>
                      </a:ext>
                    </a:extLst>
                  </p:cNvPr>
                  <p:cNvGrpSpPr>
                    <a:grpSpLocks noGrp="1" noUngrp="1" noRot="1" noMove="1" noResize="1"/>
                  </p:cNvGrpSpPr>
                  <p:nvPr/>
                </p:nvGrpSpPr>
                <p:grpSpPr>
                  <a:xfrm>
                    <a:off x="4678018" y="1785031"/>
                    <a:ext cx="1548540" cy="1062714"/>
                    <a:chOff x="4863549" y="1917553"/>
                    <a:chExt cx="1548540" cy="1062714"/>
                  </a:xfrm>
                </p:grpSpPr>
                <p:sp>
                  <p:nvSpPr>
                    <p:cNvPr id="55" name="Isosceles Triangle 54">
                      <a:extLst>
                        <a:ext uri="{FF2B5EF4-FFF2-40B4-BE49-F238E27FC236}">
                          <a16:creationId xmlns:a16="http://schemas.microsoft.com/office/drawing/2014/main" id="{5AE230B6-9675-4855-D7C6-A5E9E8DE96DA}"/>
                        </a:ext>
                      </a:extLst>
                    </p:cNvPr>
                    <p:cNvSpPr>
                      <a:spLocks noGrp="1" noRot="1" noMove="1" noResize="1" noEditPoints="1" noAdjustHandles="1" noChangeArrowheads="1" noChangeShapeType="1"/>
                    </p:cNvSpPr>
                    <p:nvPr/>
                  </p:nvSpPr>
                  <p:spPr>
                    <a:xfrm>
                      <a:off x="4863549" y="1917553"/>
                      <a:ext cx="1548540" cy="106271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sp>
                  <p:nvSpPr>
                    <p:cNvPr id="56" name="Isosceles Triangle 55">
                      <a:extLst>
                        <a:ext uri="{FF2B5EF4-FFF2-40B4-BE49-F238E27FC236}">
                          <a16:creationId xmlns:a16="http://schemas.microsoft.com/office/drawing/2014/main" id="{35ED254E-0745-B318-59A3-8879F1993219}"/>
                        </a:ext>
                      </a:extLst>
                    </p:cNvPr>
                    <p:cNvSpPr>
                      <a:spLocks noGrp="1" noRot="1" noMove="1" noResize="1" noEditPoints="1" noAdjustHandles="1" noChangeArrowheads="1" noChangeShapeType="1"/>
                    </p:cNvSpPr>
                    <p:nvPr/>
                  </p:nvSpPr>
                  <p:spPr>
                    <a:xfrm>
                      <a:off x="5224249" y="2167467"/>
                      <a:ext cx="1174588" cy="812800"/>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54" name="Oval 53">
                    <a:extLst>
                      <a:ext uri="{FF2B5EF4-FFF2-40B4-BE49-F238E27FC236}">
                        <a16:creationId xmlns:a16="http://schemas.microsoft.com/office/drawing/2014/main" id="{1D5A08E3-B711-C417-4D76-5BCD09ABCA51}"/>
                      </a:ext>
                    </a:extLst>
                  </p:cNvPr>
                  <p:cNvSpPr>
                    <a:spLocks noGrp="1" noRot="1" noMove="1" noResize="1" noEditPoints="1" noAdjustHandles="1" noChangeArrowheads="1" noChangeShapeType="1"/>
                  </p:cNvSpPr>
                  <p:nvPr/>
                </p:nvSpPr>
                <p:spPr>
                  <a:xfrm>
                    <a:off x="4932683" y="2441345"/>
                    <a:ext cx="1052008" cy="1052006"/>
                  </a:xfrm>
                  <a:prstGeom prst="ellipse">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52" name="TextBox 51">
                  <a:extLst>
                    <a:ext uri="{FF2B5EF4-FFF2-40B4-BE49-F238E27FC236}">
                      <a16:creationId xmlns:a16="http://schemas.microsoft.com/office/drawing/2014/main" id="{78A00EAC-2FD5-1B94-FD77-7C6421212F08}"/>
                    </a:ext>
                  </a:extLst>
                </p:cNvPr>
                <p:cNvSpPr txBox="1">
                  <a:spLocks noGrp="1" noRot="1" noMove="1" noResize="1" noEditPoints="1" noAdjustHandles="1" noChangeArrowheads="1" noChangeShapeType="1"/>
                </p:cNvSpPr>
                <p:nvPr/>
              </p:nvSpPr>
              <p:spPr>
                <a:xfrm>
                  <a:off x="1058965" y="2809323"/>
                  <a:ext cx="980661" cy="378784"/>
                </a:xfrm>
                <a:prstGeom prst="rect">
                  <a:avLst/>
                </a:prstGeom>
                <a:noFill/>
              </p:spPr>
              <p:txBody>
                <a:bodyPr wrap="square" rtlCol="0">
                  <a:spAutoFit/>
                </a:bodyPr>
                <a:lstStyle/>
                <a:p>
                  <a:pPr algn="ctr"/>
                  <a:r>
                    <a:rPr lang="en-US" altLang="ko-KR" sz="2000" b="1" dirty="0">
                      <a:solidFill>
                        <a:schemeClr val="tx1">
                          <a:lumMod val="75000"/>
                          <a:lumOff val="25000"/>
                        </a:schemeClr>
                      </a:solidFill>
                      <a:latin typeface="Lora" pitchFamily="2" charset="0"/>
                      <a:cs typeface="Arial" pitchFamily="34" charset="0"/>
                    </a:rPr>
                    <a:t>3</a:t>
                  </a:r>
                </a:p>
              </p:txBody>
            </p:sp>
          </p:grpSp>
          <p:grpSp>
            <p:nvGrpSpPr>
              <p:cNvPr id="30" name="Group 29">
                <a:extLst>
                  <a:ext uri="{FF2B5EF4-FFF2-40B4-BE49-F238E27FC236}">
                    <a16:creationId xmlns:a16="http://schemas.microsoft.com/office/drawing/2014/main" id="{541E2F56-C724-4232-0C11-9A5BFF842BD0}"/>
                  </a:ext>
                </a:extLst>
              </p:cNvPr>
              <p:cNvGrpSpPr>
                <a:grpSpLocks noGrp="1" noUngrp="1" noRot="1" noMove="1" noResize="1"/>
              </p:cNvGrpSpPr>
              <p:nvPr/>
            </p:nvGrpSpPr>
            <p:grpSpPr>
              <a:xfrm>
                <a:off x="7215611" y="2691306"/>
                <a:ext cx="1363265" cy="1503928"/>
                <a:chOff x="768626" y="1785031"/>
                <a:chExt cx="1548540" cy="1708320"/>
              </a:xfrm>
            </p:grpSpPr>
            <p:grpSp>
              <p:nvGrpSpPr>
                <p:cNvPr id="45" name="Group 44">
                  <a:extLst>
                    <a:ext uri="{FF2B5EF4-FFF2-40B4-BE49-F238E27FC236}">
                      <a16:creationId xmlns:a16="http://schemas.microsoft.com/office/drawing/2014/main" id="{E12D5669-F456-1D11-3C55-242A35A5705A}"/>
                    </a:ext>
                  </a:extLst>
                </p:cNvPr>
                <p:cNvGrpSpPr>
                  <a:grpSpLocks noGrp="1" noUngrp="1" noRot="1" noMove="1" noResize="1"/>
                </p:cNvGrpSpPr>
                <p:nvPr/>
              </p:nvGrpSpPr>
              <p:grpSpPr>
                <a:xfrm>
                  <a:off x="768626" y="1785031"/>
                  <a:ext cx="1548540" cy="1708320"/>
                  <a:chOff x="4678018" y="1785031"/>
                  <a:chExt cx="1548540" cy="1708320"/>
                </a:xfrm>
              </p:grpSpPr>
              <p:grpSp>
                <p:nvGrpSpPr>
                  <p:cNvPr id="47" name="Group 46">
                    <a:extLst>
                      <a:ext uri="{FF2B5EF4-FFF2-40B4-BE49-F238E27FC236}">
                        <a16:creationId xmlns:a16="http://schemas.microsoft.com/office/drawing/2014/main" id="{40855DD8-C168-AFB1-C89D-C87BFB689D39}"/>
                      </a:ext>
                    </a:extLst>
                  </p:cNvPr>
                  <p:cNvGrpSpPr>
                    <a:grpSpLocks noGrp="1" noUngrp="1" noRot="1" noMove="1" noResize="1"/>
                  </p:cNvGrpSpPr>
                  <p:nvPr/>
                </p:nvGrpSpPr>
                <p:grpSpPr>
                  <a:xfrm>
                    <a:off x="4678018" y="1785031"/>
                    <a:ext cx="1548540" cy="1062714"/>
                    <a:chOff x="4863549" y="1917553"/>
                    <a:chExt cx="1548540" cy="1062714"/>
                  </a:xfrm>
                </p:grpSpPr>
                <p:sp>
                  <p:nvSpPr>
                    <p:cNvPr id="49" name="Isosceles Triangle 48">
                      <a:extLst>
                        <a:ext uri="{FF2B5EF4-FFF2-40B4-BE49-F238E27FC236}">
                          <a16:creationId xmlns:a16="http://schemas.microsoft.com/office/drawing/2014/main" id="{E7E88D90-C6F4-6246-9C71-DA3AC3FD8687}"/>
                        </a:ext>
                      </a:extLst>
                    </p:cNvPr>
                    <p:cNvSpPr>
                      <a:spLocks noGrp="1" noRot="1" noMove="1" noResize="1" noEditPoints="1" noAdjustHandles="1" noChangeArrowheads="1" noChangeShapeType="1"/>
                    </p:cNvSpPr>
                    <p:nvPr/>
                  </p:nvSpPr>
                  <p:spPr>
                    <a:xfrm>
                      <a:off x="4863549" y="1917553"/>
                      <a:ext cx="1548540" cy="106271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sp>
                  <p:nvSpPr>
                    <p:cNvPr id="50" name="Isosceles Triangle 49">
                      <a:extLst>
                        <a:ext uri="{FF2B5EF4-FFF2-40B4-BE49-F238E27FC236}">
                          <a16:creationId xmlns:a16="http://schemas.microsoft.com/office/drawing/2014/main" id="{335D09A2-3644-A9A7-E640-22CB8940959C}"/>
                        </a:ext>
                      </a:extLst>
                    </p:cNvPr>
                    <p:cNvSpPr>
                      <a:spLocks noGrp="1" noRot="1" noMove="1" noResize="1" noEditPoints="1" noAdjustHandles="1" noChangeArrowheads="1" noChangeShapeType="1"/>
                    </p:cNvSpPr>
                    <p:nvPr/>
                  </p:nvSpPr>
                  <p:spPr>
                    <a:xfrm>
                      <a:off x="5224249" y="2167467"/>
                      <a:ext cx="1174588" cy="812800"/>
                    </a:xfrm>
                    <a:prstGeom prs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48" name="Oval 47">
                    <a:extLst>
                      <a:ext uri="{FF2B5EF4-FFF2-40B4-BE49-F238E27FC236}">
                        <a16:creationId xmlns:a16="http://schemas.microsoft.com/office/drawing/2014/main" id="{145390F9-8B0C-4648-C4D5-74CD87FB67D2}"/>
                      </a:ext>
                    </a:extLst>
                  </p:cNvPr>
                  <p:cNvSpPr>
                    <a:spLocks noGrp="1" noRot="1" noMove="1" noResize="1" noEditPoints="1" noAdjustHandles="1" noChangeArrowheads="1" noChangeShapeType="1"/>
                  </p:cNvSpPr>
                  <p:nvPr/>
                </p:nvSpPr>
                <p:spPr>
                  <a:xfrm>
                    <a:off x="4932683" y="2441345"/>
                    <a:ext cx="1052008" cy="1052006"/>
                  </a:xfrm>
                  <a:prstGeom prst="ellipse">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46" name="TextBox 45">
                  <a:extLst>
                    <a:ext uri="{FF2B5EF4-FFF2-40B4-BE49-F238E27FC236}">
                      <a16:creationId xmlns:a16="http://schemas.microsoft.com/office/drawing/2014/main" id="{F6205F5E-2E23-1768-DA02-1520D41E65CD}"/>
                    </a:ext>
                  </a:extLst>
                </p:cNvPr>
                <p:cNvSpPr txBox="1">
                  <a:spLocks noGrp="1" noRot="1" noMove="1" noResize="1" noEditPoints="1" noAdjustHandles="1" noChangeArrowheads="1" noChangeShapeType="1"/>
                </p:cNvSpPr>
                <p:nvPr/>
              </p:nvSpPr>
              <p:spPr>
                <a:xfrm>
                  <a:off x="1058965" y="2809323"/>
                  <a:ext cx="980661" cy="378784"/>
                </a:xfrm>
                <a:prstGeom prst="rect">
                  <a:avLst/>
                </a:prstGeom>
                <a:noFill/>
              </p:spPr>
              <p:txBody>
                <a:bodyPr wrap="square" rtlCol="0">
                  <a:spAutoFit/>
                </a:bodyPr>
                <a:lstStyle/>
                <a:p>
                  <a:pPr algn="ctr">
                    <a:defRPr/>
                  </a:pPr>
                  <a:r>
                    <a:rPr lang="en-US" altLang="ko-KR" sz="2000" b="1" dirty="0">
                      <a:solidFill>
                        <a:schemeClr val="tx1">
                          <a:lumMod val="75000"/>
                          <a:lumOff val="25000"/>
                        </a:schemeClr>
                      </a:solidFill>
                      <a:latin typeface="Lora" pitchFamily="2" charset="0"/>
                      <a:cs typeface="Arial" pitchFamily="34" charset="0"/>
                    </a:rPr>
                    <a:t>5</a:t>
                  </a:r>
                </a:p>
              </p:txBody>
            </p:sp>
          </p:grpSp>
          <p:grpSp>
            <p:nvGrpSpPr>
              <p:cNvPr id="31" name="Group 30">
                <a:extLst>
                  <a:ext uri="{FF2B5EF4-FFF2-40B4-BE49-F238E27FC236}">
                    <a16:creationId xmlns:a16="http://schemas.microsoft.com/office/drawing/2014/main" id="{FBC15ADC-2B0B-0669-3C53-CB22C172C507}"/>
                  </a:ext>
                </a:extLst>
              </p:cNvPr>
              <p:cNvGrpSpPr>
                <a:grpSpLocks noGrp="1" noUngrp="1" noRot="1" noMove="1" noResize="1"/>
              </p:cNvGrpSpPr>
              <p:nvPr/>
            </p:nvGrpSpPr>
            <p:grpSpPr>
              <a:xfrm flipV="1">
                <a:off x="2248916" y="3269953"/>
                <a:ext cx="1363265" cy="1503928"/>
                <a:chOff x="768626" y="1785031"/>
                <a:chExt cx="1548540" cy="1708320"/>
              </a:xfrm>
            </p:grpSpPr>
            <p:grpSp>
              <p:nvGrpSpPr>
                <p:cNvPr id="39" name="Group 38">
                  <a:extLst>
                    <a:ext uri="{FF2B5EF4-FFF2-40B4-BE49-F238E27FC236}">
                      <a16:creationId xmlns:a16="http://schemas.microsoft.com/office/drawing/2014/main" id="{5C46B4B3-E204-DA37-8428-9B3FB4002BAA}"/>
                    </a:ext>
                  </a:extLst>
                </p:cNvPr>
                <p:cNvGrpSpPr>
                  <a:grpSpLocks noGrp="1" noUngrp="1" noRot="1" noMove="1" noResize="1"/>
                </p:cNvGrpSpPr>
                <p:nvPr/>
              </p:nvGrpSpPr>
              <p:grpSpPr>
                <a:xfrm>
                  <a:off x="768626" y="1785031"/>
                  <a:ext cx="1548540" cy="1708320"/>
                  <a:chOff x="4678018" y="1785031"/>
                  <a:chExt cx="1548540" cy="1708320"/>
                </a:xfrm>
              </p:grpSpPr>
              <p:grpSp>
                <p:nvGrpSpPr>
                  <p:cNvPr id="41" name="Group 40">
                    <a:extLst>
                      <a:ext uri="{FF2B5EF4-FFF2-40B4-BE49-F238E27FC236}">
                        <a16:creationId xmlns:a16="http://schemas.microsoft.com/office/drawing/2014/main" id="{8C6413E4-873D-41B9-C5DE-DFF93E38D0B1}"/>
                      </a:ext>
                    </a:extLst>
                  </p:cNvPr>
                  <p:cNvGrpSpPr>
                    <a:grpSpLocks noGrp="1" noUngrp="1" noRot="1" noMove="1" noResize="1"/>
                  </p:cNvGrpSpPr>
                  <p:nvPr/>
                </p:nvGrpSpPr>
                <p:grpSpPr>
                  <a:xfrm>
                    <a:off x="4678018" y="1785031"/>
                    <a:ext cx="1548540" cy="1062714"/>
                    <a:chOff x="4863549" y="1917553"/>
                    <a:chExt cx="1548540" cy="1062714"/>
                  </a:xfrm>
                </p:grpSpPr>
                <p:sp>
                  <p:nvSpPr>
                    <p:cNvPr id="43" name="Isosceles Triangle 42">
                      <a:extLst>
                        <a:ext uri="{FF2B5EF4-FFF2-40B4-BE49-F238E27FC236}">
                          <a16:creationId xmlns:a16="http://schemas.microsoft.com/office/drawing/2014/main" id="{37A5844D-BE6E-D2FE-6461-6BA923C26A94}"/>
                        </a:ext>
                      </a:extLst>
                    </p:cNvPr>
                    <p:cNvSpPr>
                      <a:spLocks noGrp="1" noRot="1" noMove="1" noResize="1" noEditPoints="1" noAdjustHandles="1" noChangeArrowheads="1" noChangeShapeType="1"/>
                    </p:cNvSpPr>
                    <p:nvPr/>
                  </p:nvSpPr>
                  <p:spPr>
                    <a:xfrm>
                      <a:off x="4863549" y="1917553"/>
                      <a:ext cx="1548540" cy="106271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sp>
                  <p:nvSpPr>
                    <p:cNvPr id="44" name="Isosceles Triangle 43">
                      <a:extLst>
                        <a:ext uri="{FF2B5EF4-FFF2-40B4-BE49-F238E27FC236}">
                          <a16:creationId xmlns:a16="http://schemas.microsoft.com/office/drawing/2014/main" id="{AB1D1AFB-D755-89A6-AB2D-5F6F4D633C67}"/>
                        </a:ext>
                      </a:extLst>
                    </p:cNvPr>
                    <p:cNvSpPr>
                      <a:spLocks noGrp="1" noRot="1" noMove="1" noResize="1" noEditPoints="1" noAdjustHandles="1" noChangeArrowheads="1" noChangeShapeType="1"/>
                    </p:cNvSpPr>
                    <p:nvPr/>
                  </p:nvSpPr>
                  <p:spPr>
                    <a:xfrm>
                      <a:off x="5224249" y="2167467"/>
                      <a:ext cx="1174588" cy="812800"/>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42" name="Oval 41">
                    <a:extLst>
                      <a:ext uri="{FF2B5EF4-FFF2-40B4-BE49-F238E27FC236}">
                        <a16:creationId xmlns:a16="http://schemas.microsoft.com/office/drawing/2014/main" id="{C6BDB645-27ED-F6E5-8554-AC0BC3BE6AA6}"/>
                      </a:ext>
                    </a:extLst>
                  </p:cNvPr>
                  <p:cNvSpPr>
                    <a:spLocks noGrp="1" noRot="1" noMove="1" noResize="1" noEditPoints="1" noAdjustHandles="1" noChangeArrowheads="1" noChangeShapeType="1"/>
                  </p:cNvSpPr>
                  <p:nvPr/>
                </p:nvSpPr>
                <p:spPr>
                  <a:xfrm>
                    <a:off x="4932683" y="2441345"/>
                    <a:ext cx="1052008" cy="1052006"/>
                  </a:xfrm>
                  <a:prstGeom prst="ellipse">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40" name="TextBox 39">
                  <a:extLst>
                    <a:ext uri="{FF2B5EF4-FFF2-40B4-BE49-F238E27FC236}">
                      <a16:creationId xmlns:a16="http://schemas.microsoft.com/office/drawing/2014/main" id="{D49F001A-F3C1-1B3F-FA8B-842FBD99F29A}"/>
                    </a:ext>
                  </a:extLst>
                </p:cNvPr>
                <p:cNvSpPr txBox="1">
                  <a:spLocks noGrp="1" noRot="1" noMove="1" noResize="1" noEditPoints="1" noAdjustHandles="1" noChangeArrowheads="1" noChangeShapeType="1"/>
                </p:cNvSpPr>
                <p:nvPr/>
              </p:nvSpPr>
              <p:spPr>
                <a:xfrm flipV="1">
                  <a:off x="1058965" y="2746589"/>
                  <a:ext cx="980661" cy="378784"/>
                </a:xfrm>
                <a:prstGeom prst="rect">
                  <a:avLst/>
                </a:prstGeom>
                <a:noFill/>
              </p:spPr>
              <p:txBody>
                <a:bodyPr wrap="square" rtlCol="0">
                  <a:spAutoFit/>
                </a:bodyPr>
                <a:lstStyle/>
                <a:p>
                  <a:pPr algn="ctr"/>
                  <a:r>
                    <a:rPr lang="en-US" altLang="ko-KR" sz="2000" b="1" dirty="0">
                      <a:solidFill>
                        <a:schemeClr val="tx1">
                          <a:lumMod val="75000"/>
                          <a:lumOff val="25000"/>
                        </a:schemeClr>
                      </a:solidFill>
                      <a:latin typeface="Lora" pitchFamily="2" charset="0"/>
                      <a:cs typeface="Arial" pitchFamily="34" charset="0"/>
                    </a:rPr>
                    <a:t>2</a:t>
                  </a:r>
                </a:p>
              </p:txBody>
            </p:sp>
          </p:grpSp>
          <p:grpSp>
            <p:nvGrpSpPr>
              <p:cNvPr id="32" name="Group 31">
                <a:extLst>
                  <a:ext uri="{FF2B5EF4-FFF2-40B4-BE49-F238E27FC236}">
                    <a16:creationId xmlns:a16="http://schemas.microsoft.com/office/drawing/2014/main" id="{1F7C98D9-434F-3784-C41E-3983984AFC18}"/>
                  </a:ext>
                </a:extLst>
              </p:cNvPr>
              <p:cNvGrpSpPr>
                <a:grpSpLocks noGrp="1" noUngrp="1" noRot="1" noMove="1" noResize="1"/>
              </p:cNvGrpSpPr>
              <p:nvPr/>
            </p:nvGrpSpPr>
            <p:grpSpPr>
              <a:xfrm flipV="1">
                <a:off x="5560046" y="3269952"/>
                <a:ext cx="1363265" cy="1503928"/>
                <a:chOff x="768626" y="1785031"/>
                <a:chExt cx="1548540" cy="1708320"/>
              </a:xfrm>
            </p:grpSpPr>
            <p:grpSp>
              <p:nvGrpSpPr>
                <p:cNvPr id="33" name="Group 32">
                  <a:extLst>
                    <a:ext uri="{FF2B5EF4-FFF2-40B4-BE49-F238E27FC236}">
                      <a16:creationId xmlns:a16="http://schemas.microsoft.com/office/drawing/2014/main" id="{1257CD02-895E-97EF-8F28-41932AF24D9F}"/>
                    </a:ext>
                  </a:extLst>
                </p:cNvPr>
                <p:cNvGrpSpPr>
                  <a:grpSpLocks noGrp="1" noUngrp="1" noRot="1" noMove="1" noResize="1"/>
                </p:cNvGrpSpPr>
                <p:nvPr/>
              </p:nvGrpSpPr>
              <p:grpSpPr>
                <a:xfrm>
                  <a:off x="768626" y="1785031"/>
                  <a:ext cx="1548540" cy="1708320"/>
                  <a:chOff x="4678018" y="1785031"/>
                  <a:chExt cx="1548540" cy="1708320"/>
                </a:xfrm>
              </p:grpSpPr>
              <p:grpSp>
                <p:nvGrpSpPr>
                  <p:cNvPr id="35" name="Group 34">
                    <a:extLst>
                      <a:ext uri="{FF2B5EF4-FFF2-40B4-BE49-F238E27FC236}">
                        <a16:creationId xmlns:a16="http://schemas.microsoft.com/office/drawing/2014/main" id="{AF9005BD-49C2-FD19-7FC2-E41B6913881A}"/>
                      </a:ext>
                    </a:extLst>
                  </p:cNvPr>
                  <p:cNvGrpSpPr>
                    <a:grpSpLocks noGrp="1" noUngrp="1" noRot="1" noMove="1" noResize="1"/>
                  </p:cNvGrpSpPr>
                  <p:nvPr/>
                </p:nvGrpSpPr>
                <p:grpSpPr>
                  <a:xfrm>
                    <a:off x="4678018" y="1785031"/>
                    <a:ext cx="1548540" cy="1062714"/>
                    <a:chOff x="4863549" y="1917553"/>
                    <a:chExt cx="1548540" cy="1062714"/>
                  </a:xfrm>
                </p:grpSpPr>
                <p:sp>
                  <p:nvSpPr>
                    <p:cNvPr id="37" name="Isosceles Triangle 36">
                      <a:extLst>
                        <a:ext uri="{FF2B5EF4-FFF2-40B4-BE49-F238E27FC236}">
                          <a16:creationId xmlns:a16="http://schemas.microsoft.com/office/drawing/2014/main" id="{3BA76D16-D062-F681-3C67-80E2134A359A}"/>
                        </a:ext>
                      </a:extLst>
                    </p:cNvPr>
                    <p:cNvSpPr>
                      <a:spLocks noGrp="1" noRot="1" noMove="1" noResize="1" noEditPoints="1" noAdjustHandles="1" noChangeArrowheads="1" noChangeShapeType="1"/>
                    </p:cNvSpPr>
                    <p:nvPr/>
                  </p:nvSpPr>
                  <p:spPr>
                    <a:xfrm>
                      <a:off x="4863549" y="1917553"/>
                      <a:ext cx="1548540" cy="1062714"/>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sp>
                  <p:nvSpPr>
                    <p:cNvPr id="38" name="Isosceles Triangle 37">
                      <a:extLst>
                        <a:ext uri="{FF2B5EF4-FFF2-40B4-BE49-F238E27FC236}">
                          <a16:creationId xmlns:a16="http://schemas.microsoft.com/office/drawing/2014/main" id="{BEE733B9-7057-4B4C-EBBD-75EF33E0C942}"/>
                        </a:ext>
                      </a:extLst>
                    </p:cNvPr>
                    <p:cNvSpPr>
                      <a:spLocks noGrp="1" noRot="1" noMove="1" noResize="1" noEditPoints="1" noAdjustHandles="1" noChangeArrowheads="1" noChangeShapeType="1"/>
                    </p:cNvSpPr>
                    <p:nvPr/>
                  </p:nvSpPr>
                  <p:spPr>
                    <a:xfrm>
                      <a:off x="5224249" y="2167467"/>
                      <a:ext cx="1174588" cy="812800"/>
                    </a:xfrm>
                    <a:prstGeom prst="triangl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36" name="Oval 35">
                    <a:extLst>
                      <a:ext uri="{FF2B5EF4-FFF2-40B4-BE49-F238E27FC236}">
                        <a16:creationId xmlns:a16="http://schemas.microsoft.com/office/drawing/2014/main" id="{E087BBD9-A576-B5C9-B57A-E6FF764A4196}"/>
                      </a:ext>
                    </a:extLst>
                  </p:cNvPr>
                  <p:cNvSpPr>
                    <a:spLocks noGrp="1" noRot="1" noMove="1" noResize="1" noEditPoints="1" noAdjustHandles="1" noChangeArrowheads="1" noChangeShapeType="1"/>
                  </p:cNvSpPr>
                  <p:nvPr/>
                </p:nvSpPr>
                <p:spPr>
                  <a:xfrm>
                    <a:off x="4932683" y="2441345"/>
                    <a:ext cx="1052008" cy="1052006"/>
                  </a:xfrm>
                  <a:prstGeom prst="ellipse">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Lora" pitchFamily="2" charset="0"/>
                    </a:endParaRPr>
                  </a:p>
                </p:txBody>
              </p:sp>
            </p:grpSp>
            <p:sp>
              <p:nvSpPr>
                <p:cNvPr id="34" name="TextBox 33">
                  <a:extLst>
                    <a:ext uri="{FF2B5EF4-FFF2-40B4-BE49-F238E27FC236}">
                      <a16:creationId xmlns:a16="http://schemas.microsoft.com/office/drawing/2014/main" id="{3EFC062A-1C61-909A-3CC6-E37E73A4A4AF}"/>
                    </a:ext>
                  </a:extLst>
                </p:cNvPr>
                <p:cNvSpPr txBox="1">
                  <a:spLocks noGrp="1" noRot="1" noMove="1" noResize="1" noEditPoints="1" noAdjustHandles="1" noChangeArrowheads="1" noChangeShapeType="1"/>
                </p:cNvSpPr>
                <p:nvPr/>
              </p:nvSpPr>
              <p:spPr>
                <a:xfrm flipV="1">
                  <a:off x="1058965" y="2746589"/>
                  <a:ext cx="980661" cy="378784"/>
                </a:xfrm>
                <a:prstGeom prst="rect">
                  <a:avLst/>
                </a:prstGeom>
                <a:noFill/>
              </p:spPr>
              <p:txBody>
                <a:bodyPr wrap="square" rtlCol="0">
                  <a:spAutoFit/>
                </a:bodyPr>
                <a:lstStyle/>
                <a:p>
                  <a:pPr algn="ctr"/>
                  <a:r>
                    <a:rPr lang="en-US" altLang="ko-KR" sz="2000" b="1" dirty="0">
                      <a:solidFill>
                        <a:schemeClr val="tx1">
                          <a:lumMod val="75000"/>
                          <a:lumOff val="25000"/>
                        </a:schemeClr>
                      </a:solidFill>
                      <a:latin typeface="Lora" pitchFamily="2" charset="0"/>
                      <a:cs typeface="Arial" pitchFamily="34" charset="0"/>
                    </a:rPr>
                    <a:t>4</a:t>
                  </a:r>
                </a:p>
              </p:txBody>
            </p:sp>
          </p:grpSp>
        </p:grpSp>
        <p:sp>
          <p:nvSpPr>
            <p:cNvPr id="10" name="TextBox 9">
              <a:extLst>
                <a:ext uri="{FF2B5EF4-FFF2-40B4-BE49-F238E27FC236}">
                  <a16:creationId xmlns:a16="http://schemas.microsoft.com/office/drawing/2014/main" id="{5AE10F56-3B32-5645-8E3C-0110C29BBE25}"/>
                </a:ext>
              </a:extLst>
            </p:cNvPr>
            <p:cNvSpPr txBox="1">
              <a:spLocks noGrp="1" noRot="1" noMove="1" noResize="1" noEditPoints="1" noAdjustHandles="1" noChangeArrowheads="1" noChangeShapeType="1"/>
            </p:cNvSpPr>
            <p:nvPr/>
          </p:nvSpPr>
          <p:spPr>
            <a:xfrm>
              <a:off x="5214642" y="1505237"/>
              <a:ext cx="1711657" cy="726440"/>
            </a:xfrm>
            <a:prstGeom prst="rect">
              <a:avLst/>
            </a:prstGeom>
            <a:noFill/>
          </p:spPr>
          <p:txBody>
            <a:bodyPr wrap="square">
              <a:spAutoFit/>
            </a:bodyPr>
            <a:lstStyle/>
            <a:p>
              <a:pPr marL="0" marR="0" algn="ctr">
                <a:lnSpc>
                  <a:spcPct val="107000"/>
                </a:lnSpc>
                <a:spcBef>
                  <a:spcPts val="1200"/>
                </a:spcBef>
                <a:spcAft>
                  <a:spcPts val="1200"/>
                </a:spcAft>
              </a:pPr>
              <a:r>
                <a:rPr lang="en-US" sz="1600" b="1" dirty="0">
                  <a:latin typeface="Lora" pitchFamily="2" charset="0"/>
                  <a:cs typeface="Times New Roman" panose="02020603050405020304" pitchFamily="18" charset="0"/>
                </a:rPr>
                <a:t>Statistical Testing</a:t>
              </a:r>
            </a:p>
          </p:txBody>
        </p:sp>
        <p:sp>
          <p:nvSpPr>
            <p:cNvPr id="18" name="TextBox 17">
              <a:extLst>
                <a:ext uri="{FF2B5EF4-FFF2-40B4-BE49-F238E27FC236}">
                  <a16:creationId xmlns:a16="http://schemas.microsoft.com/office/drawing/2014/main" id="{3CF33C7D-2201-2DF8-1F84-0FFEACB9FDF4}"/>
                </a:ext>
              </a:extLst>
            </p:cNvPr>
            <p:cNvSpPr txBox="1">
              <a:spLocks noGrp="1" noRot="1" noMove="1" noResize="1" noEditPoints="1" noAdjustHandles="1" noChangeArrowheads="1" noChangeShapeType="1"/>
            </p:cNvSpPr>
            <p:nvPr/>
          </p:nvSpPr>
          <p:spPr>
            <a:xfrm>
              <a:off x="133922" y="1156381"/>
              <a:ext cx="2429679" cy="1291038"/>
            </a:xfrm>
            <a:prstGeom prst="rect">
              <a:avLst/>
            </a:prstGeom>
            <a:noFill/>
          </p:spPr>
          <p:txBody>
            <a:bodyPr wrap="square">
              <a:spAutoFit/>
            </a:bodyPr>
            <a:lstStyle/>
            <a:p>
              <a:pPr algn="ctr" rtl="0"/>
              <a:r>
                <a:rPr lang="en-IN" sz="1600" b="1" i="0" u="none" strike="noStrike" kern="1200" baseline="0" dirty="0">
                  <a:latin typeface="Lora" pitchFamily="2" charset="0"/>
                </a:rPr>
                <a:t>Data Cleaning </a:t>
              </a:r>
              <a:br>
                <a:rPr lang="en-IN" sz="1600" b="1" i="0" u="none" strike="noStrike" kern="1200" baseline="0" dirty="0">
                  <a:latin typeface="Lora" pitchFamily="2" charset="0"/>
                </a:rPr>
              </a:br>
              <a:r>
                <a:rPr lang="en-IN" sz="1600" b="1" i="0" u="none" strike="noStrike" kern="1200" baseline="0" dirty="0">
                  <a:latin typeface="Lora" pitchFamily="2" charset="0"/>
                </a:rPr>
                <a:t>&amp; Understanding </a:t>
              </a:r>
              <a:br>
                <a:rPr lang="en-IN" sz="1600" b="1" i="0" u="none" strike="noStrike" kern="1200" baseline="0" dirty="0">
                  <a:latin typeface="Lora" pitchFamily="2" charset="0"/>
                </a:rPr>
              </a:br>
              <a:endParaRPr lang="en-IN" sz="1600" b="1" i="0" u="none" strike="noStrike" kern="1200" baseline="0" dirty="0">
                <a:latin typeface="Lora" pitchFamily="2" charset="0"/>
              </a:endParaRPr>
            </a:p>
          </p:txBody>
        </p:sp>
        <p:sp>
          <p:nvSpPr>
            <p:cNvPr id="19" name="TextBox 18">
              <a:extLst>
                <a:ext uri="{FF2B5EF4-FFF2-40B4-BE49-F238E27FC236}">
                  <a16:creationId xmlns:a16="http://schemas.microsoft.com/office/drawing/2014/main" id="{92EDDC3E-68AC-0BBD-5998-6367D3B7BE66}"/>
                </a:ext>
              </a:extLst>
            </p:cNvPr>
            <p:cNvSpPr txBox="1">
              <a:spLocks noGrp="1" noRot="1" noMove="1" noResize="1" noEditPoints="1" noAdjustHandles="1" noChangeArrowheads="1" noChangeShapeType="1"/>
            </p:cNvSpPr>
            <p:nvPr/>
          </p:nvSpPr>
          <p:spPr>
            <a:xfrm>
              <a:off x="2613873" y="5381019"/>
              <a:ext cx="2199421" cy="1357972"/>
            </a:xfrm>
            <a:prstGeom prst="rect">
              <a:avLst/>
            </a:prstGeom>
            <a:noFill/>
          </p:spPr>
          <p:txBody>
            <a:bodyPr wrap="square">
              <a:spAutoFit/>
            </a:bodyPr>
            <a:lstStyle/>
            <a:p>
              <a:pPr marL="0" marR="0" algn="ctr">
                <a:lnSpc>
                  <a:spcPct val="107000"/>
                </a:lnSpc>
                <a:spcBef>
                  <a:spcPts val="1200"/>
                </a:spcBef>
                <a:spcAft>
                  <a:spcPts val="1200"/>
                </a:spcAft>
              </a:pPr>
              <a:r>
                <a:rPr lang="en-US" sz="1600" b="1" dirty="0">
                  <a:latin typeface="Lora" pitchFamily="2" charset="0"/>
                  <a:cs typeface="Times New Roman" panose="02020603050405020304" pitchFamily="18" charset="0"/>
                </a:rPr>
                <a:t>EDA </a:t>
              </a:r>
              <a:br>
                <a:rPr lang="en-US" sz="1600" b="1" dirty="0">
                  <a:latin typeface="Lora" pitchFamily="2" charset="0"/>
                  <a:cs typeface="Times New Roman" panose="02020603050405020304" pitchFamily="18" charset="0"/>
                </a:rPr>
              </a:br>
              <a:r>
                <a:rPr lang="en-US" sz="1600" b="1" dirty="0">
                  <a:latin typeface="Lora" pitchFamily="2" charset="0"/>
                  <a:cs typeface="Times New Roman" panose="02020603050405020304" pitchFamily="18" charset="0"/>
                </a:rPr>
                <a:t>&amp;</a:t>
              </a:r>
              <a:br>
                <a:rPr lang="en-US" sz="1600" b="1" dirty="0">
                  <a:latin typeface="Lora" pitchFamily="2" charset="0"/>
                  <a:cs typeface="Times New Roman" panose="02020603050405020304" pitchFamily="18" charset="0"/>
                </a:rPr>
              </a:br>
              <a:r>
                <a:rPr lang="en-US" sz="1600" b="1" dirty="0">
                  <a:latin typeface="Lora" pitchFamily="2" charset="0"/>
                  <a:cs typeface="Times New Roman" panose="02020603050405020304" pitchFamily="18" charset="0"/>
                </a:rPr>
                <a:t>Descriptive Analysis</a:t>
              </a:r>
            </a:p>
          </p:txBody>
        </p:sp>
        <p:sp>
          <p:nvSpPr>
            <p:cNvPr id="23" name="TextBox 22">
              <a:extLst>
                <a:ext uri="{FF2B5EF4-FFF2-40B4-BE49-F238E27FC236}">
                  <a16:creationId xmlns:a16="http://schemas.microsoft.com/office/drawing/2014/main" id="{39F6B961-AFEB-7991-F040-035B847DC6AC}"/>
                </a:ext>
              </a:extLst>
            </p:cNvPr>
            <p:cNvSpPr txBox="1">
              <a:spLocks noGrp="1" noRot="1" noMove="1" noResize="1" noEditPoints="1" noAdjustHandles="1" noChangeArrowheads="1" noChangeShapeType="1"/>
            </p:cNvSpPr>
            <p:nvPr/>
          </p:nvSpPr>
          <p:spPr>
            <a:xfrm>
              <a:off x="7494381" y="5381017"/>
              <a:ext cx="1960406" cy="1357972"/>
            </a:xfrm>
            <a:prstGeom prst="rect">
              <a:avLst/>
            </a:prstGeom>
            <a:noFill/>
          </p:spPr>
          <p:txBody>
            <a:bodyPr wrap="square">
              <a:spAutoFit/>
            </a:bodyPr>
            <a:lstStyle/>
            <a:p>
              <a:pPr marL="0" marR="0" algn="ctr">
                <a:lnSpc>
                  <a:spcPct val="107000"/>
                </a:lnSpc>
                <a:spcBef>
                  <a:spcPts val="1200"/>
                </a:spcBef>
                <a:spcAft>
                  <a:spcPts val="1200"/>
                </a:spcAft>
              </a:pPr>
              <a:r>
                <a:rPr lang="en-US" sz="1600" b="1" dirty="0">
                  <a:effectLst/>
                  <a:latin typeface="Lora" pitchFamily="2" charset="0"/>
                  <a:ea typeface="Times New Roman" panose="02020603050405020304" pitchFamily="18" charset="0"/>
                </a:rPr>
                <a:t>Model Building </a:t>
              </a:r>
              <a:br>
                <a:rPr lang="en-US" sz="1600" b="1" dirty="0">
                  <a:effectLst/>
                  <a:latin typeface="Lora" pitchFamily="2" charset="0"/>
                  <a:ea typeface="Times New Roman" panose="02020603050405020304" pitchFamily="18" charset="0"/>
                </a:rPr>
              </a:br>
              <a:r>
                <a:rPr lang="en-US" sz="1600" b="1" dirty="0">
                  <a:effectLst/>
                  <a:latin typeface="Lora" pitchFamily="2" charset="0"/>
                  <a:ea typeface="Times New Roman" panose="02020603050405020304" pitchFamily="18" charset="0"/>
                </a:rPr>
                <a:t>&amp; </a:t>
              </a:r>
              <a:br>
                <a:rPr lang="en-US" sz="1600" b="1" dirty="0">
                  <a:effectLst/>
                  <a:latin typeface="Lora" pitchFamily="2" charset="0"/>
                  <a:ea typeface="Times New Roman" panose="02020603050405020304" pitchFamily="18" charset="0"/>
                </a:rPr>
              </a:br>
              <a:r>
                <a:rPr lang="en-US" sz="1600" b="1" dirty="0">
                  <a:effectLst/>
                  <a:latin typeface="Lora" pitchFamily="2" charset="0"/>
                  <a:ea typeface="Times New Roman" panose="02020603050405020304" pitchFamily="18" charset="0"/>
                </a:rPr>
                <a:t>Prediction</a:t>
              </a:r>
            </a:p>
          </p:txBody>
        </p:sp>
        <p:sp>
          <p:nvSpPr>
            <p:cNvPr id="25" name="TextBox 24">
              <a:extLst>
                <a:ext uri="{FF2B5EF4-FFF2-40B4-BE49-F238E27FC236}">
                  <a16:creationId xmlns:a16="http://schemas.microsoft.com/office/drawing/2014/main" id="{0E531C37-48EE-83F7-9536-A0AB3F2993E1}"/>
                </a:ext>
              </a:extLst>
            </p:cNvPr>
            <p:cNvSpPr txBox="1">
              <a:spLocks noGrp="1" noRot="1" noMove="1" noResize="1" noEditPoints="1" noAdjustHandles="1" noChangeArrowheads="1" noChangeShapeType="1"/>
            </p:cNvSpPr>
            <p:nvPr/>
          </p:nvSpPr>
          <p:spPr>
            <a:xfrm>
              <a:off x="9423028" y="1249095"/>
              <a:ext cx="2788017" cy="1042205"/>
            </a:xfrm>
            <a:prstGeom prst="rect">
              <a:avLst/>
            </a:prstGeom>
            <a:noFill/>
          </p:spPr>
          <p:txBody>
            <a:bodyPr wrap="square">
              <a:spAutoFit/>
            </a:bodyPr>
            <a:lstStyle/>
            <a:p>
              <a:pPr marL="0" marR="0" algn="ctr">
                <a:lnSpc>
                  <a:spcPct val="107000"/>
                </a:lnSpc>
                <a:spcBef>
                  <a:spcPts val="1200"/>
                </a:spcBef>
                <a:spcAft>
                  <a:spcPts val="1200"/>
                </a:spcAft>
              </a:pPr>
              <a:r>
                <a:rPr lang="en-US" sz="1600" b="1" dirty="0">
                  <a:latin typeface="Lora" pitchFamily="2" charset="0"/>
                </a:rPr>
                <a:t>Conclusion</a:t>
              </a:r>
              <a:br>
                <a:rPr lang="en-US" sz="1600" b="1" dirty="0">
                  <a:latin typeface="Lora" pitchFamily="2" charset="0"/>
                </a:rPr>
              </a:br>
              <a:r>
                <a:rPr lang="en-US" sz="1600" b="1" dirty="0">
                  <a:latin typeface="Lora" pitchFamily="2" charset="0"/>
                </a:rPr>
                <a:t> &amp; Recommendations</a:t>
              </a:r>
            </a:p>
          </p:txBody>
        </p:sp>
      </p:grpSp>
      <p:sp>
        <p:nvSpPr>
          <p:cNvPr id="89" name="TextBox 88">
            <a:extLst>
              <a:ext uri="{FF2B5EF4-FFF2-40B4-BE49-F238E27FC236}">
                <a16:creationId xmlns:a16="http://schemas.microsoft.com/office/drawing/2014/main" id="{B64400ED-B690-CD4A-9084-AA43C8AB76F2}"/>
              </a:ext>
            </a:extLst>
          </p:cNvPr>
          <p:cNvSpPr txBox="1">
            <a:spLocks noGrp="1" noRot="1" noMove="1" noResize="1" noEditPoints="1" noAdjustHandles="1" noChangeArrowheads="1" noChangeShapeType="1"/>
          </p:cNvSpPr>
          <p:nvPr/>
        </p:nvSpPr>
        <p:spPr>
          <a:xfrm>
            <a:off x="9993198" y="3031716"/>
            <a:ext cx="12444848" cy="193899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Tree>
    <p:custDataLst>
      <p:tags r:id="rId1"/>
    </p:custDataLst>
    <p:extLst>
      <p:ext uri="{BB962C8B-B14F-4D97-AF65-F5344CB8AC3E}">
        <p14:creationId xmlns:p14="http://schemas.microsoft.com/office/powerpoint/2010/main" val="3247859088"/>
      </p:ext>
    </p:extLst>
  </p:cSld>
  <p:clrMapOvr>
    <a:masterClrMapping/>
  </p:clrMapOvr>
  <mc:AlternateContent xmlns:mc="http://schemas.openxmlformats.org/markup-compatibility/2006" xmlns:p159="http://schemas.microsoft.com/office/powerpoint/2015/09/main">
    <mc:Choice Requires="p159">
      <p:transition spd="slow" advTm="5272">
        <p159:morph option="byObject"/>
      </p:transition>
    </mc:Choice>
    <mc:Fallback xmlns="">
      <p:transition spd="slow" advTm="527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838B25BB-8901-5650-7191-A0D576DBFBF2}"/>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D6EB0DF6-B9EF-EDBA-D0F3-EF561BA60E84}"/>
              </a:ext>
            </a:extLst>
          </p:cNvPr>
          <p:cNvSpPr>
            <a:spLocks noGrp="1" noRot="1" noMove="1" noResize="1" noEditPoints="1" noAdjustHandles="1" noChangeArrowheads="1" noChangeShapeType="1"/>
          </p:cNvSpPr>
          <p:nvPr/>
        </p:nvSpPr>
        <p:spPr>
          <a:xfrm>
            <a:off x="11720057" y="-48907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E6365E02-3C5C-1C04-9F23-36EF553AB09E}"/>
              </a:ext>
            </a:extLst>
          </p:cNvPr>
          <p:cNvSpPr txBox="1">
            <a:spLocks noGrp="1" noRot="1" noMove="1" noResize="1" noEditPoints="1" noAdjustHandles="1" noChangeArrowheads="1" noChangeShapeType="1"/>
          </p:cNvSpPr>
          <p:nvPr/>
        </p:nvSpPr>
        <p:spPr>
          <a:xfrm>
            <a:off x="16746794" y="2789713"/>
            <a:ext cx="7391399" cy="1015663"/>
          </a:xfrm>
          <a:prstGeom prst="rect">
            <a:avLst/>
          </a:prstGeom>
          <a:noFill/>
        </p:spPr>
        <p:txBody>
          <a:bodyPr wrap="square" rtlCol="0">
            <a:spAutoFit/>
          </a:bodyPr>
          <a:lstStyle/>
          <a:p>
            <a:r>
              <a:rPr lang="en-IN" sz="6000" dirty="0">
                <a:solidFill>
                  <a:schemeClr val="bg1"/>
                </a:solidFill>
              </a:rPr>
              <a:t>Market Overview    5.</a:t>
            </a:r>
          </a:p>
        </p:txBody>
      </p:sp>
      <p:sp>
        <p:nvSpPr>
          <p:cNvPr id="11" name="Oval 10">
            <a:extLst>
              <a:ext uri="{FF2B5EF4-FFF2-40B4-BE49-F238E27FC236}">
                <a16:creationId xmlns:a16="http://schemas.microsoft.com/office/drawing/2014/main" id="{B8DA8F51-F49D-1EC2-4A87-B246D7FC0398}"/>
              </a:ext>
            </a:extLst>
          </p:cNvPr>
          <p:cNvSpPr>
            <a:spLocks noGrp="1" noRot="1" noMove="1" noResize="1" noEditPoints="1" noAdjustHandles="1" noChangeArrowheads="1" noChangeShapeType="1"/>
          </p:cNvSpPr>
          <p:nvPr/>
        </p:nvSpPr>
        <p:spPr>
          <a:xfrm>
            <a:off x="150924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106A75C-79C3-6C7D-710A-BA53EAE11464}"/>
              </a:ext>
            </a:extLst>
          </p:cNvPr>
          <p:cNvSpPr txBox="1">
            <a:spLocks noGrp="1" noRot="1" noMove="1" noResize="1" noEditPoints="1" noAdjustHandles="1" noChangeArrowheads="1" noChangeShapeType="1"/>
          </p:cNvSpPr>
          <p:nvPr/>
        </p:nvSpPr>
        <p:spPr>
          <a:xfrm>
            <a:off x="15684450" y="3031716"/>
            <a:ext cx="7391399" cy="1015663"/>
          </a:xfrm>
          <a:prstGeom prst="rect">
            <a:avLst/>
          </a:prstGeom>
          <a:noFill/>
        </p:spPr>
        <p:txBody>
          <a:bodyPr wrap="square" rtlCol="0">
            <a:spAutoFit/>
          </a:bodyPr>
          <a:lstStyle/>
          <a:p>
            <a:r>
              <a:rPr lang="en-IN" sz="6000" dirty="0">
                <a:solidFill>
                  <a:schemeClr val="bg1"/>
                </a:solidFill>
              </a:rPr>
              <a:t>4. </a:t>
            </a:r>
          </a:p>
        </p:txBody>
      </p:sp>
      <p:sp>
        <p:nvSpPr>
          <p:cNvPr id="13" name="Oval 12">
            <a:extLst>
              <a:ext uri="{FF2B5EF4-FFF2-40B4-BE49-F238E27FC236}">
                <a16:creationId xmlns:a16="http://schemas.microsoft.com/office/drawing/2014/main" id="{E1C6E7E2-25B8-963C-F8BF-6CA877844323}"/>
              </a:ext>
            </a:extLst>
          </p:cNvPr>
          <p:cNvSpPr>
            <a:spLocks noGrp="1" noRot="1" noMove="1" noResize="1" noEditPoints="1" noAdjustHandles="1" noChangeArrowheads="1" noChangeShapeType="1"/>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02A48511-4DCA-94DA-93A5-69CBDA01D7D0}"/>
              </a:ext>
            </a:extLst>
          </p:cNvPr>
          <p:cNvSpPr txBox="1">
            <a:spLocks noGrp="1" noRot="1" noMove="1" noResize="1" noEditPoints="1" noAdjustHandles="1" noChangeArrowheads="1" noChangeShapeType="1"/>
          </p:cNvSpPr>
          <p:nvPr/>
        </p:nvSpPr>
        <p:spPr>
          <a:xfrm>
            <a:off x="-5401663" y="2792410"/>
            <a:ext cx="7391399" cy="1015663"/>
          </a:xfrm>
          <a:prstGeom prst="rect">
            <a:avLst/>
          </a:prstGeom>
          <a:noFill/>
        </p:spPr>
        <p:txBody>
          <a:bodyPr wrap="square" rtlCol="0">
            <a:spAutoFit/>
          </a:bodyPr>
          <a:lstStyle/>
          <a:p>
            <a:r>
              <a:rPr lang="en-IN" sz="6000" dirty="0">
                <a:solidFill>
                  <a:schemeClr val="bg1"/>
                </a:solidFill>
              </a:rPr>
              <a:t>2.  Tools Used</a:t>
            </a:r>
          </a:p>
        </p:txBody>
      </p:sp>
      <p:sp>
        <p:nvSpPr>
          <p:cNvPr id="14" name="Oval 13">
            <a:extLst>
              <a:ext uri="{FF2B5EF4-FFF2-40B4-BE49-F238E27FC236}">
                <a16:creationId xmlns:a16="http://schemas.microsoft.com/office/drawing/2014/main" id="{160C822D-259A-1C24-EA5A-64CA67B8566F}"/>
              </a:ext>
            </a:extLst>
          </p:cNvPr>
          <p:cNvSpPr>
            <a:spLocks noGrp="1" noRot="1" noMove="1" noResize="1" noEditPoints="1" noAdjustHandles="1" noChangeArrowheads="1" noChangeShapeType="1"/>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7A459088-5CA5-AE73-F7AA-924B17E5FF63}"/>
              </a:ext>
            </a:extLst>
          </p:cNvPr>
          <p:cNvSpPr txBox="1">
            <a:spLocks noGrp="1" noRot="1" noMove="1" noResize="1" noEditPoints="1" noAdjustHandles="1" noChangeArrowheads="1" noChangeShapeType="1"/>
          </p:cNvSpPr>
          <p:nvPr/>
        </p:nvSpPr>
        <p:spPr>
          <a:xfrm flipH="1">
            <a:off x="92480" y="2987534"/>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B7CFEB0A-E970-B2AE-D475-B2A32092C510}"/>
              </a:ext>
            </a:extLst>
          </p:cNvPr>
          <p:cNvSpPr>
            <a:spLocks noGrp="1" noRot="1" noMove="1" noResize="1" noEditPoints="1" noAdjustHandles="1" noChangeArrowheads="1" noChangeShapeType="1"/>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B061CE67-749F-81FC-5F92-8B2B8E0F2F25}"/>
              </a:ext>
            </a:extLst>
          </p:cNvPr>
          <p:cNvSpPr txBox="1">
            <a:spLocks noGrp="1" noRot="1" noMove="1" noResize="1" noEditPoints="1" noAdjustHandles="1" noChangeArrowheads="1" noChangeShapeType="1"/>
          </p:cNvSpPr>
          <p:nvPr/>
        </p:nvSpPr>
        <p:spPr>
          <a:xfrm>
            <a:off x="-5602264" y="2459345"/>
            <a:ext cx="2262118" cy="1939303"/>
          </a:xfrm>
          <a:prstGeom prst="rect">
            <a:avLst/>
          </a:prstGeom>
          <a:noFill/>
        </p:spPr>
        <p:txBody>
          <a:bodyPr wrap="square" rtlCol="0">
            <a:spAutoFit/>
          </a:bodyPr>
          <a:lstStyle/>
          <a:p>
            <a:r>
              <a:rPr lang="en-IN" sz="6000" dirty="0"/>
              <a:t>Focus Areas</a:t>
            </a:r>
          </a:p>
        </p:txBody>
      </p:sp>
      <p:sp>
        <p:nvSpPr>
          <p:cNvPr id="7" name="Oval 6">
            <a:extLst>
              <a:ext uri="{FF2B5EF4-FFF2-40B4-BE49-F238E27FC236}">
                <a16:creationId xmlns:a16="http://schemas.microsoft.com/office/drawing/2014/main" id="{4B876E51-BC7F-CE93-69B1-3E806FF74E45}"/>
              </a:ext>
            </a:extLst>
          </p:cNvPr>
          <p:cNvSpPr>
            <a:spLocks noGrp="1" noRot="1" noMove="1" noResize="1" noEditPoints="1" noAdjustHandles="1" noChangeArrowheads="1" noChangeShapeType="1"/>
          </p:cNvSpPr>
          <p:nvPr/>
        </p:nvSpPr>
        <p:spPr>
          <a:xfrm>
            <a:off x="10962976" y="-476257"/>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E19B0B65-ECE1-24CF-6C1B-D85F1BB3443A}"/>
              </a:ext>
            </a:extLst>
          </p:cNvPr>
          <p:cNvSpPr txBox="1">
            <a:spLocks noGrp="1" noRot="1" noMove="1" noResize="1" noEditPoints="1" noAdjustHandles="1" noChangeArrowheads="1" noChangeShapeType="1"/>
          </p:cNvSpPr>
          <p:nvPr/>
        </p:nvSpPr>
        <p:spPr>
          <a:xfrm>
            <a:off x="9993198" y="3031716"/>
            <a:ext cx="12444848" cy="193899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
        <p:nvSpPr>
          <p:cNvPr id="9" name="TextBox 8">
            <a:extLst>
              <a:ext uri="{FF2B5EF4-FFF2-40B4-BE49-F238E27FC236}">
                <a16:creationId xmlns:a16="http://schemas.microsoft.com/office/drawing/2014/main" id="{AE6B9F27-B778-4FEA-45A8-B56F281C9166}"/>
              </a:ext>
            </a:extLst>
          </p:cNvPr>
          <p:cNvSpPr txBox="1">
            <a:spLocks noGrp="1" noRot="1" noMove="1" noResize="1" noEditPoints="1" noAdjustHandles="1" noChangeArrowheads="1" noChangeShapeType="1"/>
          </p:cNvSpPr>
          <p:nvPr/>
        </p:nvSpPr>
        <p:spPr>
          <a:xfrm>
            <a:off x="1537821" y="193810"/>
            <a:ext cx="10326706" cy="707886"/>
          </a:xfrm>
          <a:prstGeom prst="rect">
            <a:avLst/>
          </a:prstGeom>
          <a:noFill/>
        </p:spPr>
        <p:txBody>
          <a:bodyPr wrap="square" rtlCol="0">
            <a:spAutoFit/>
          </a:bodyPr>
          <a:lstStyle/>
          <a:p>
            <a:r>
              <a:rPr lang="en-US" sz="4000" b="1" dirty="0">
                <a:solidFill>
                  <a:srgbClr val="002060"/>
                </a:solidFill>
                <a:latin typeface="Times New Roman" panose="02020603050405020304" pitchFamily="18" charset="0"/>
                <a:cs typeface="Times New Roman" panose="02020603050405020304" pitchFamily="18" charset="0"/>
              </a:rPr>
              <a:t>Data Cleaning and Organization Summary:</a:t>
            </a:r>
          </a:p>
        </p:txBody>
      </p:sp>
      <p:grpSp>
        <p:nvGrpSpPr>
          <p:cNvPr id="20" name="Group 19">
            <a:extLst>
              <a:ext uri="{FF2B5EF4-FFF2-40B4-BE49-F238E27FC236}">
                <a16:creationId xmlns:a16="http://schemas.microsoft.com/office/drawing/2014/main" id="{FE5AA62F-8FAE-5EA6-622D-BE75C3BDE073}"/>
              </a:ext>
            </a:extLst>
          </p:cNvPr>
          <p:cNvGrpSpPr>
            <a:grpSpLocks noGrp="1" noUngrp="1" noRot="1" noMove="1" noResize="1"/>
          </p:cNvGrpSpPr>
          <p:nvPr/>
        </p:nvGrpSpPr>
        <p:grpSpPr>
          <a:xfrm>
            <a:off x="2150531" y="2038795"/>
            <a:ext cx="8674067" cy="2171573"/>
            <a:chOff x="860406" y="2485965"/>
            <a:chExt cx="6606979" cy="2171573"/>
          </a:xfrm>
        </p:grpSpPr>
        <p:grpSp>
          <p:nvGrpSpPr>
            <p:cNvPr id="24" name="Group 23">
              <a:extLst>
                <a:ext uri="{FF2B5EF4-FFF2-40B4-BE49-F238E27FC236}">
                  <a16:creationId xmlns:a16="http://schemas.microsoft.com/office/drawing/2014/main" id="{6D0CC032-AB85-A7C9-285F-48C208D0ED08}"/>
                </a:ext>
              </a:extLst>
            </p:cNvPr>
            <p:cNvGrpSpPr>
              <a:grpSpLocks noGrp="1" noUngrp="1" noRot="1" noMove="1" noResize="1"/>
            </p:cNvGrpSpPr>
            <p:nvPr/>
          </p:nvGrpSpPr>
          <p:grpSpPr>
            <a:xfrm>
              <a:off x="860406" y="3175004"/>
              <a:ext cx="6606979" cy="1482534"/>
              <a:chOff x="545487" y="3345747"/>
              <a:chExt cx="4858688" cy="1090237"/>
            </a:xfrm>
          </p:grpSpPr>
          <p:sp>
            <p:nvSpPr>
              <p:cNvPr id="62" name="Billedforklaring med højrepil 129">
                <a:extLst>
                  <a:ext uri="{FF2B5EF4-FFF2-40B4-BE49-F238E27FC236}">
                    <a16:creationId xmlns:a16="http://schemas.microsoft.com/office/drawing/2014/main" id="{8793FCFA-0195-001E-66C8-89AFAFC8D91F}"/>
                  </a:ext>
                </a:extLst>
              </p:cNvPr>
              <p:cNvSpPr>
                <a:spLocks noGrp="1" noRot="1" noMove="1" noResize="1" noEditPoints="1" noAdjustHandles="1" noChangeArrowheads="1" noChangeShapeType="1"/>
              </p:cNvSpPr>
              <p:nvPr/>
            </p:nvSpPr>
            <p:spPr bwMode="auto">
              <a:xfrm>
                <a:off x="3677740" y="3345747"/>
                <a:ext cx="1726435" cy="1090235"/>
              </a:xfrm>
              <a:prstGeom prst="rightArrowCallout">
                <a:avLst>
                  <a:gd name="adj1" fmla="val 0"/>
                  <a:gd name="adj2" fmla="val 25000"/>
                  <a:gd name="adj3" fmla="val 0"/>
                  <a:gd name="adj4" fmla="val 78230"/>
                </a:avLst>
              </a:prstGeom>
              <a:solidFill>
                <a:schemeClr val="accent3"/>
              </a:solidFill>
              <a:ln>
                <a:noFill/>
              </a:ln>
              <a:effectLst>
                <a:reflection stA="52000" endA="300" endPos="50000" dist="38100" dir="5400000" sy="-100000" algn="bl" rotWithShape="0"/>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indent="-342900" algn="ctr">
                  <a:buFont typeface="+mj-lt"/>
                  <a:buAutoNum type="arabicPeriod"/>
                  <a:defRPr/>
                </a:pPr>
                <a:endParaRPr lang="da-DK" sz="2000" noProof="1">
                  <a:solidFill>
                    <a:srgbClr val="FFFFFF"/>
                  </a:solidFill>
                  <a:latin typeface="Lora" pitchFamily="2" charset="0"/>
                  <a:ea typeface="ＭＳ Ｐゴシック" pitchFamily="-109" charset="-128"/>
                </a:endParaRPr>
              </a:p>
            </p:txBody>
          </p:sp>
          <p:sp>
            <p:nvSpPr>
              <p:cNvPr id="63" name="Billedforklaring med højrepil 132">
                <a:extLst>
                  <a:ext uri="{FF2B5EF4-FFF2-40B4-BE49-F238E27FC236}">
                    <a16:creationId xmlns:a16="http://schemas.microsoft.com/office/drawing/2014/main" id="{8C0A32C8-EA20-02F4-A824-8816B0BE3EFF}"/>
                  </a:ext>
                </a:extLst>
              </p:cNvPr>
              <p:cNvSpPr>
                <a:spLocks noGrp="1" noRot="1" noMove="1" noResize="1" noEditPoints="1" noAdjustHandles="1" noChangeArrowheads="1" noChangeShapeType="1"/>
              </p:cNvSpPr>
              <p:nvPr/>
            </p:nvSpPr>
            <p:spPr bwMode="auto">
              <a:xfrm>
                <a:off x="2122698" y="3345748"/>
                <a:ext cx="1726435" cy="1090235"/>
              </a:xfrm>
              <a:prstGeom prst="rightArrowCallout">
                <a:avLst>
                  <a:gd name="adj1" fmla="val 25000"/>
                  <a:gd name="adj2" fmla="val 25000"/>
                  <a:gd name="adj3" fmla="val 25000"/>
                  <a:gd name="adj4" fmla="val 78230"/>
                </a:avLst>
              </a:prstGeom>
              <a:solidFill>
                <a:schemeClr val="accent2"/>
              </a:solidFill>
              <a:ln w="9525" cap="flat" cmpd="sng" algn="ctr">
                <a:noFill/>
                <a:prstDash val="solid"/>
              </a:ln>
              <a:effectLst>
                <a:reflection stA="52000" endA="300" endPos="50000" dist="38100" dir="5400000" sy="-100000" algn="bl" rotWithShape="0"/>
              </a:effectLst>
              <a:scene3d>
                <a:camera prst="orthographicFront"/>
                <a:lightRig rig="threePt" dir="t"/>
              </a:scene3d>
              <a:sp3d>
                <a:bevelT w="165100" prst="coolSlant"/>
              </a:sp3d>
            </p:spPr>
            <p:txBody>
              <a:bodyPr anchor="ctr"/>
              <a:lstStyle/>
              <a:p>
                <a:pPr algn="ctr" defTabSz="914400" fontAlgn="auto">
                  <a:spcBef>
                    <a:spcPts val="0"/>
                  </a:spcBef>
                  <a:spcAft>
                    <a:spcPts val="0"/>
                  </a:spcAft>
                  <a:defRPr/>
                </a:pPr>
                <a:endParaRPr lang="da-DK" sz="2000" kern="0">
                  <a:solidFill>
                    <a:sysClr val="window" lastClr="FFFFFF"/>
                  </a:solidFill>
                  <a:latin typeface="Lora" pitchFamily="2" charset="0"/>
                </a:endParaRPr>
              </a:p>
            </p:txBody>
          </p:sp>
          <p:sp>
            <p:nvSpPr>
              <p:cNvPr id="64" name="Billedforklaring med højrepil 134">
                <a:extLst>
                  <a:ext uri="{FF2B5EF4-FFF2-40B4-BE49-F238E27FC236}">
                    <a16:creationId xmlns:a16="http://schemas.microsoft.com/office/drawing/2014/main" id="{9BA5EFF5-9D3D-1AB9-EA5E-19C3FB6FB836}"/>
                  </a:ext>
                </a:extLst>
              </p:cNvPr>
              <p:cNvSpPr>
                <a:spLocks noGrp="1" noRot="1" noMove="1" noResize="1" noEditPoints="1" noAdjustHandles="1" noChangeArrowheads="1" noChangeShapeType="1"/>
              </p:cNvSpPr>
              <p:nvPr/>
            </p:nvSpPr>
            <p:spPr bwMode="auto">
              <a:xfrm>
                <a:off x="567656" y="3345749"/>
                <a:ext cx="1726435" cy="1090235"/>
              </a:xfrm>
              <a:prstGeom prst="rightArrowCallout">
                <a:avLst>
                  <a:gd name="adj1" fmla="val 25000"/>
                  <a:gd name="adj2" fmla="val 25000"/>
                  <a:gd name="adj3" fmla="val 25000"/>
                  <a:gd name="adj4" fmla="val 78230"/>
                </a:avLst>
              </a:prstGeom>
              <a:solidFill>
                <a:schemeClr val="accent1"/>
              </a:solidFill>
              <a:ln>
                <a:noFill/>
              </a:ln>
              <a:effectLst>
                <a:reflection stA="52000" endA="300" endPos="50000" dist="38100" dir="5400000" sy="-100000" algn="bl" rotWithShape="0"/>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indent="-342900" algn="ctr">
                  <a:buFont typeface="+mj-lt"/>
                  <a:buAutoNum type="arabicPeriod"/>
                  <a:defRPr/>
                </a:pPr>
                <a:endParaRPr lang="da-DK" sz="2000" noProof="1">
                  <a:solidFill>
                    <a:srgbClr val="FFFFFF"/>
                  </a:solidFill>
                  <a:latin typeface="Lora" pitchFamily="2" charset="0"/>
                  <a:ea typeface="ＭＳ Ｐゴシック" pitchFamily="-109" charset="-128"/>
                </a:endParaRPr>
              </a:p>
            </p:txBody>
          </p:sp>
          <p:sp>
            <p:nvSpPr>
              <p:cNvPr id="65" name="Tekstboks 135">
                <a:extLst>
                  <a:ext uri="{FF2B5EF4-FFF2-40B4-BE49-F238E27FC236}">
                    <a16:creationId xmlns:a16="http://schemas.microsoft.com/office/drawing/2014/main" id="{93D9DA2D-2124-5577-9AB1-3EFDC653C791}"/>
                  </a:ext>
                </a:extLst>
              </p:cNvPr>
              <p:cNvSpPr txBox="1">
                <a:spLocks noGrp="1" noRot="1" noMove="1" noResize="1" noEditPoints="1" noAdjustHandles="1" noChangeArrowheads="1" noChangeShapeType="1"/>
              </p:cNvSpPr>
              <p:nvPr/>
            </p:nvSpPr>
            <p:spPr bwMode="auto">
              <a:xfrm>
                <a:off x="545487" y="3653213"/>
                <a:ext cx="1364513" cy="475304"/>
              </a:xfrm>
              <a:prstGeom prst="rect">
                <a:avLst/>
              </a:prstGeom>
              <a:noFill/>
              <a:ln>
                <a:noFill/>
              </a:ln>
              <a:scene3d>
                <a:camera prst="orthographicFront"/>
                <a:lightRig rig="threePt" dir="t"/>
              </a:scene3d>
              <a:sp3d>
                <a:bevelT w="165100" prst="coolSlan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defRPr/>
                </a:pPr>
                <a:r>
                  <a:rPr lang="en-US" altLang="ko-KR" b="1" dirty="0">
                    <a:solidFill>
                      <a:schemeClr val="bg1"/>
                    </a:solidFill>
                    <a:latin typeface="Lora" pitchFamily="2" charset="0"/>
                    <a:cs typeface="Arial" pitchFamily="34" charset="0"/>
                  </a:rPr>
                  <a:t>Data </a:t>
                </a:r>
                <a:br>
                  <a:rPr lang="en-US" altLang="ko-KR" b="1" dirty="0">
                    <a:solidFill>
                      <a:schemeClr val="bg1"/>
                    </a:solidFill>
                    <a:latin typeface="Lora" pitchFamily="2" charset="0"/>
                    <a:cs typeface="Arial" pitchFamily="34" charset="0"/>
                  </a:rPr>
                </a:br>
                <a:r>
                  <a:rPr lang="en-US" altLang="ko-KR" b="1" dirty="0">
                    <a:solidFill>
                      <a:schemeClr val="bg1"/>
                    </a:solidFill>
                    <a:latin typeface="Lora" pitchFamily="2" charset="0"/>
                    <a:cs typeface="Arial" pitchFamily="34" charset="0"/>
                  </a:rPr>
                  <a:t>Understanding</a:t>
                </a:r>
              </a:p>
            </p:txBody>
          </p:sp>
          <p:sp>
            <p:nvSpPr>
              <p:cNvPr id="66" name="Tekstboks 135">
                <a:extLst>
                  <a:ext uri="{FF2B5EF4-FFF2-40B4-BE49-F238E27FC236}">
                    <a16:creationId xmlns:a16="http://schemas.microsoft.com/office/drawing/2014/main" id="{B1AAA79B-6931-8109-ACBF-7AD4B9209AF6}"/>
                  </a:ext>
                </a:extLst>
              </p:cNvPr>
              <p:cNvSpPr txBox="1">
                <a:spLocks noGrp="1" noRot="1" noMove="1" noResize="1" noEditPoints="1" noAdjustHandles="1" noChangeArrowheads="1" noChangeShapeType="1"/>
              </p:cNvSpPr>
              <p:nvPr/>
            </p:nvSpPr>
            <p:spPr bwMode="auto">
              <a:xfrm>
                <a:off x="2297784" y="3755063"/>
                <a:ext cx="1129750" cy="271602"/>
              </a:xfrm>
              <a:prstGeom prst="rect">
                <a:avLst/>
              </a:prstGeom>
              <a:noFill/>
              <a:ln>
                <a:noFill/>
              </a:ln>
              <a:scene3d>
                <a:camera prst="orthographicFront"/>
                <a:lightRig rig="threePt" dir="t"/>
              </a:scene3d>
              <a:sp3d>
                <a:bevelT w="165100" prst="coolSlan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ko-KR" b="1" dirty="0">
                    <a:solidFill>
                      <a:schemeClr val="bg1"/>
                    </a:solidFill>
                    <a:latin typeface="Lora" pitchFamily="2" charset="0"/>
                    <a:cs typeface="Arial" pitchFamily="34" charset="0"/>
                  </a:rPr>
                  <a:t>Data Formatting</a:t>
                </a:r>
              </a:p>
            </p:txBody>
          </p:sp>
          <p:sp>
            <p:nvSpPr>
              <p:cNvPr id="67" name="Tekstboks 135">
                <a:extLst>
                  <a:ext uri="{FF2B5EF4-FFF2-40B4-BE49-F238E27FC236}">
                    <a16:creationId xmlns:a16="http://schemas.microsoft.com/office/drawing/2014/main" id="{04988347-376A-5113-E341-04C58CDF6E81}"/>
                  </a:ext>
                </a:extLst>
              </p:cNvPr>
              <p:cNvSpPr txBox="1">
                <a:spLocks noGrp="1" noRot="1" noMove="1" noResize="1" noEditPoints="1" noAdjustHandles="1" noChangeArrowheads="1" noChangeShapeType="1"/>
              </p:cNvSpPr>
              <p:nvPr/>
            </p:nvSpPr>
            <p:spPr bwMode="auto">
              <a:xfrm>
                <a:off x="3829140" y="3755063"/>
                <a:ext cx="1129750" cy="475304"/>
              </a:xfrm>
              <a:prstGeom prst="rect">
                <a:avLst/>
              </a:prstGeom>
              <a:noFill/>
              <a:ln>
                <a:noFill/>
              </a:ln>
              <a:scene3d>
                <a:camera prst="orthographicFront"/>
                <a:lightRig rig="threePt" dir="t"/>
              </a:scene3d>
              <a:sp3d>
                <a:bevelT w="165100" prst="coolSlan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ko-KR" b="1" dirty="0">
                    <a:solidFill>
                      <a:schemeClr val="bg1"/>
                    </a:solidFill>
                    <a:latin typeface="Lora" pitchFamily="2" charset="0"/>
                    <a:cs typeface="Arial" pitchFamily="34" charset="0"/>
                  </a:rPr>
                  <a:t>Data Cleaning</a:t>
                </a:r>
              </a:p>
            </p:txBody>
          </p:sp>
        </p:grpSp>
        <p:sp>
          <p:nvSpPr>
            <p:cNvPr id="26" name="TextBox 25">
              <a:extLst>
                <a:ext uri="{FF2B5EF4-FFF2-40B4-BE49-F238E27FC236}">
                  <a16:creationId xmlns:a16="http://schemas.microsoft.com/office/drawing/2014/main" id="{0B808533-29B6-B14A-3564-1D240B539427}"/>
                </a:ext>
              </a:extLst>
            </p:cNvPr>
            <p:cNvSpPr txBox="1">
              <a:spLocks noGrp="1" noRot="1" noMove="1" noResize="1" noEditPoints="1" noAdjustHandles="1" noChangeArrowheads="1" noChangeShapeType="1"/>
            </p:cNvSpPr>
            <p:nvPr/>
          </p:nvSpPr>
          <p:spPr>
            <a:xfrm>
              <a:off x="5119730" y="2485965"/>
              <a:ext cx="1756864" cy="541880"/>
            </a:xfrm>
            <a:prstGeom prst="rect">
              <a:avLst/>
            </a:prstGeom>
            <a:noFill/>
            <a:scene3d>
              <a:camera prst="orthographicFront"/>
              <a:lightRig rig="threePt" dir="t"/>
            </a:scene3d>
            <a:sp3d>
              <a:bevelT w="165100" prst="coolSlant"/>
            </a:sp3d>
          </p:spPr>
          <p:txBody>
            <a:bodyPr wrap="square">
              <a:spAutoFit/>
            </a:bodyPr>
            <a:lstStyle/>
            <a:p>
              <a:pPr marL="0" marR="0" algn="ctr">
                <a:lnSpc>
                  <a:spcPct val="107000"/>
                </a:lnSpc>
                <a:spcBef>
                  <a:spcPts val="1200"/>
                </a:spcBef>
                <a:spcAft>
                  <a:spcPts val="1200"/>
                </a:spcAft>
              </a:pPr>
              <a:r>
                <a:rPr lang="en-US" sz="1400" b="1" dirty="0">
                  <a:latin typeface="Lora" pitchFamily="2" charset="0"/>
                  <a:cs typeface="Times New Roman" panose="02020603050405020304" pitchFamily="18" charset="0"/>
                </a:rPr>
                <a:t>Cleaned Data using Excel and Python</a:t>
              </a:r>
            </a:p>
          </p:txBody>
        </p:sp>
        <p:sp>
          <p:nvSpPr>
            <p:cNvPr id="28" name="TextBox 27">
              <a:extLst>
                <a:ext uri="{FF2B5EF4-FFF2-40B4-BE49-F238E27FC236}">
                  <a16:creationId xmlns:a16="http://schemas.microsoft.com/office/drawing/2014/main" id="{D74C00DE-B19A-ACDB-F58A-C38A22B7B22D}"/>
                </a:ext>
              </a:extLst>
            </p:cNvPr>
            <p:cNvSpPr txBox="1">
              <a:spLocks noGrp="1" noRot="1" noMove="1" noResize="1" noEditPoints="1" noAdjustHandles="1" noChangeArrowheads="1" noChangeShapeType="1"/>
            </p:cNvSpPr>
            <p:nvPr/>
          </p:nvSpPr>
          <p:spPr>
            <a:xfrm>
              <a:off x="911853" y="2485965"/>
              <a:ext cx="1756864" cy="541880"/>
            </a:xfrm>
            <a:prstGeom prst="rect">
              <a:avLst/>
            </a:prstGeom>
            <a:noFill/>
            <a:scene3d>
              <a:camera prst="orthographicFront"/>
              <a:lightRig rig="threePt" dir="t"/>
            </a:scene3d>
            <a:sp3d>
              <a:bevelT w="165100" prst="coolSlant"/>
            </a:sp3d>
          </p:spPr>
          <p:txBody>
            <a:bodyPr wrap="square">
              <a:spAutoFit/>
            </a:bodyPr>
            <a:lstStyle/>
            <a:p>
              <a:pPr marL="0" marR="0" algn="ctr">
                <a:lnSpc>
                  <a:spcPct val="107000"/>
                </a:lnSpc>
                <a:spcBef>
                  <a:spcPts val="1200"/>
                </a:spcBef>
                <a:spcAft>
                  <a:spcPts val="1200"/>
                </a:spcAft>
              </a:pPr>
              <a:r>
                <a:rPr lang="en-US" sz="1400" b="1" dirty="0">
                  <a:effectLst/>
                  <a:latin typeface="Lora" pitchFamily="2" charset="0"/>
                  <a:ea typeface="Times New Roman" panose="02020603050405020304" pitchFamily="18" charset="0"/>
                  <a:cs typeface="Times New Roman" panose="02020603050405020304" pitchFamily="18" charset="0"/>
                </a:rPr>
                <a:t>Understanding Provided Data (each columns)</a:t>
              </a:r>
              <a:endParaRPr lang="en-US" sz="1400" b="1" dirty="0">
                <a:effectLst/>
                <a:latin typeface="Lora" pitchFamily="2"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77FB219C-A3D3-D3F5-2D2D-DC6165D530D8}"/>
                </a:ext>
              </a:extLst>
            </p:cNvPr>
            <p:cNvSpPr txBox="1">
              <a:spLocks noGrp="1" noRot="1" noMove="1" noResize="1" noEditPoints="1" noAdjustHandles="1" noChangeArrowheads="1" noChangeShapeType="1"/>
            </p:cNvSpPr>
            <p:nvPr/>
          </p:nvSpPr>
          <p:spPr>
            <a:xfrm>
              <a:off x="3017316" y="2485965"/>
              <a:ext cx="1756864" cy="541880"/>
            </a:xfrm>
            <a:prstGeom prst="rect">
              <a:avLst/>
            </a:prstGeom>
            <a:noFill/>
            <a:scene3d>
              <a:camera prst="orthographicFront"/>
              <a:lightRig rig="threePt" dir="t"/>
            </a:scene3d>
            <a:sp3d>
              <a:bevelT w="165100" prst="coolSlant"/>
            </a:sp3d>
          </p:spPr>
          <p:txBody>
            <a:bodyPr wrap="square">
              <a:spAutoFit/>
            </a:bodyPr>
            <a:lstStyle/>
            <a:p>
              <a:pPr marL="0" marR="0" algn="ctr">
                <a:lnSpc>
                  <a:spcPct val="107000"/>
                </a:lnSpc>
                <a:spcBef>
                  <a:spcPts val="1200"/>
                </a:spcBef>
                <a:spcAft>
                  <a:spcPts val="1200"/>
                </a:spcAft>
              </a:pPr>
              <a:r>
                <a:rPr lang="en-US" sz="1400" b="1" dirty="0">
                  <a:latin typeface="Lora" pitchFamily="2" charset="0"/>
                  <a:cs typeface="Times New Roman" panose="02020603050405020304" pitchFamily="18" charset="0"/>
                </a:rPr>
                <a:t>Treating JSON columns before Data cleaning</a:t>
              </a:r>
            </a:p>
          </p:txBody>
        </p:sp>
      </p:grpSp>
    </p:spTree>
    <p:custDataLst>
      <p:tags r:id="rId1"/>
    </p:custDataLst>
    <p:extLst>
      <p:ext uri="{BB962C8B-B14F-4D97-AF65-F5344CB8AC3E}">
        <p14:creationId xmlns:p14="http://schemas.microsoft.com/office/powerpoint/2010/main" val="2376792200"/>
      </p:ext>
    </p:extLst>
  </p:cSld>
  <p:clrMapOvr>
    <a:masterClrMapping/>
  </p:clrMapOvr>
  <mc:AlternateContent xmlns:mc="http://schemas.openxmlformats.org/markup-compatibility/2006" xmlns:p159="http://schemas.microsoft.com/office/powerpoint/2015/09/main">
    <mc:Choice Requires="p159">
      <p:transition spd="slow" advTm="3670">
        <p159:morph option="byObject"/>
      </p:transition>
    </mc:Choice>
    <mc:Fallback xmlns="">
      <p:transition spd="slow" advTm="367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D38D-E241-F856-E7B9-BD74146C10A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52C620B-D792-CF06-8498-BE82AF546D9E}"/>
              </a:ext>
            </a:extLst>
          </p:cNvPr>
          <p:cNvSpPr>
            <a:spLocks noGrp="1" noRot="1" noMove="1" noResize="1" noEditPoints="1" noAdjustHandles="1" noChangeArrowheads="1" noChangeShapeType="1"/>
          </p:cNvSpPr>
          <p:nvPr/>
        </p:nvSpPr>
        <p:spPr>
          <a:xfrm>
            <a:off x="11720057" y="-489079"/>
            <a:ext cx="7391400" cy="7810500"/>
          </a:xfrm>
          <a:prstGeom prst="ellipse">
            <a:avLst/>
          </a:prstGeom>
          <a:solidFill>
            <a:schemeClr val="accent5">
              <a:lumMod val="50000"/>
            </a:schemeClr>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AE5FE87C-82C8-B106-F2B4-9BC70B80B5E2}"/>
              </a:ext>
            </a:extLst>
          </p:cNvPr>
          <p:cNvSpPr txBox="1">
            <a:spLocks noGrp="1" noRot="1" noMove="1" noResize="1" noEditPoints="1" noAdjustHandles="1" noChangeArrowheads="1" noChangeShapeType="1"/>
          </p:cNvSpPr>
          <p:nvPr/>
        </p:nvSpPr>
        <p:spPr>
          <a:xfrm>
            <a:off x="16746794" y="2789713"/>
            <a:ext cx="7391399" cy="1015663"/>
          </a:xfrm>
          <a:prstGeom prst="rect">
            <a:avLst/>
          </a:prstGeom>
          <a:noFill/>
        </p:spPr>
        <p:txBody>
          <a:bodyPr wrap="square" rtlCol="0">
            <a:spAutoFit/>
          </a:bodyPr>
          <a:lstStyle/>
          <a:p>
            <a:r>
              <a:rPr lang="en-IN" sz="6000" dirty="0">
                <a:solidFill>
                  <a:schemeClr val="bg1"/>
                </a:solidFill>
              </a:rPr>
              <a:t>Market Overview    5.</a:t>
            </a:r>
          </a:p>
        </p:txBody>
      </p:sp>
      <p:sp>
        <p:nvSpPr>
          <p:cNvPr id="11" name="Oval 10">
            <a:extLst>
              <a:ext uri="{FF2B5EF4-FFF2-40B4-BE49-F238E27FC236}">
                <a16:creationId xmlns:a16="http://schemas.microsoft.com/office/drawing/2014/main" id="{E4241245-12BB-4BC5-9430-979B1509F091}"/>
              </a:ext>
            </a:extLst>
          </p:cNvPr>
          <p:cNvSpPr>
            <a:spLocks noGrp="1" noRot="1" noMove="1" noResize="1" noEditPoints="1" noAdjustHandles="1" noChangeArrowheads="1" noChangeShapeType="1"/>
          </p:cNvSpPr>
          <p:nvPr/>
        </p:nvSpPr>
        <p:spPr>
          <a:xfrm>
            <a:off x="106728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834D0108-22C6-0FD6-CD28-04941DEAE286}"/>
              </a:ext>
            </a:extLst>
          </p:cNvPr>
          <p:cNvSpPr txBox="1">
            <a:spLocks noGrp="1" noRot="1" noMove="1" noResize="1" noEditPoints="1" noAdjustHandles="1" noChangeArrowheads="1" noChangeShapeType="1"/>
          </p:cNvSpPr>
          <p:nvPr/>
        </p:nvSpPr>
        <p:spPr>
          <a:xfrm>
            <a:off x="11264850" y="3031716"/>
            <a:ext cx="7391399" cy="1015663"/>
          </a:xfrm>
          <a:prstGeom prst="rect">
            <a:avLst/>
          </a:prstGeom>
          <a:noFill/>
        </p:spPr>
        <p:txBody>
          <a:bodyPr wrap="square" rtlCol="0">
            <a:spAutoFit/>
          </a:bodyPr>
          <a:lstStyle/>
          <a:p>
            <a:r>
              <a:rPr lang="en-IN" sz="6000" dirty="0">
                <a:solidFill>
                  <a:schemeClr val="bg1"/>
                </a:solidFill>
                <a:latin typeface="Lora" pitchFamily="2" charset="0"/>
              </a:rPr>
              <a:t>4. </a:t>
            </a:r>
          </a:p>
        </p:txBody>
      </p:sp>
      <p:sp>
        <p:nvSpPr>
          <p:cNvPr id="12" name="Oval 11">
            <a:extLst>
              <a:ext uri="{FF2B5EF4-FFF2-40B4-BE49-F238E27FC236}">
                <a16:creationId xmlns:a16="http://schemas.microsoft.com/office/drawing/2014/main" id="{0382BB3A-F7F0-3465-9ABC-563500C3D9DE}"/>
              </a:ext>
            </a:extLst>
          </p:cNvPr>
          <p:cNvSpPr>
            <a:spLocks noGrp="1" noRot="1" noMove="1" noResize="1" noEditPoints="1" noAdjustHandles="1" noChangeArrowheads="1" noChangeShapeType="1"/>
          </p:cNvSpPr>
          <p:nvPr/>
        </p:nvSpPr>
        <p:spPr>
          <a:xfrm>
            <a:off x="2635573" y="-476258"/>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AD2262D9-A2B5-2E10-8EE3-10667611F890}"/>
              </a:ext>
            </a:extLst>
          </p:cNvPr>
          <p:cNvSpPr txBox="1">
            <a:spLocks noGrp="1" noRot="1" noMove="1" noResize="1" noEditPoints="1" noAdjustHandles="1" noChangeArrowheads="1" noChangeShapeType="1"/>
          </p:cNvSpPr>
          <p:nvPr/>
        </p:nvSpPr>
        <p:spPr>
          <a:xfrm>
            <a:off x="3195103" y="1912550"/>
            <a:ext cx="6086021" cy="286232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
        <p:nvSpPr>
          <p:cNvPr id="13" name="Oval 12">
            <a:extLst>
              <a:ext uri="{FF2B5EF4-FFF2-40B4-BE49-F238E27FC236}">
                <a16:creationId xmlns:a16="http://schemas.microsoft.com/office/drawing/2014/main" id="{DB6147CA-5A03-A1EE-90BE-940BFFAAF5B2}"/>
              </a:ext>
            </a:extLst>
          </p:cNvPr>
          <p:cNvSpPr>
            <a:spLocks noGrp="1" noRot="1" noMove="1" noResize="1" noEditPoints="1" noAdjustHandles="1" noChangeArrowheads="1" noChangeShapeType="1"/>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08F21B52-BF7D-4B18-3553-FB8FB1EA18C0}"/>
              </a:ext>
            </a:extLst>
          </p:cNvPr>
          <p:cNvSpPr txBox="1">
            <a:spLocks noGrp="1" noRot="1" noMove="1" noResize="1" noEditPoints="1" noAdjustHandles="1" noChangeArrowheads="1" noChangeShapeType="1"/>
          </p:cNvSpPr>
          <p:nvPr/>
        </p:nvSpPr>
        <p:spPr>
          <a:xfrm>
            <a:off x="-5401663" y="2792410"/>
            <a:ext cx="7391399" cy="1015663"/>
          </a:xfrm>
          <a:prstGeom prst="rect">
            <a:avLst/>
          </a:prstGeom>
          <a:noFill/>
        </p:spPr>
        <p:txBody>
          <a:bodyPr wrap="square" rtlCol="0">
            <a:spAutoFit/>
          </a:bodyPr>
          <a:lstStyle/>
          <a:p>
            <a:r>
              <a:rPr lang="en-IN" sz="6000" dirty="0">
                <a:solidFill>
                  <a:schemeClr val="bg1"/>
                </a:solidFill>
              </a:rPr>
              <a:t>2.  Tools Used</a:t>
            </a:r>
          </a:p>
        </p:txBody>
      </p:sp>
      <p:sp>
        <p:nvSpPr>
          <p:cNvPr id="14" name="Oval 13">
            <a:extLst>
              <a:ext uri="{FF2B5EF4-FFF2-40B4-BE49-F238E27FC236}">
                <a16:creationId xmlns:a16="http://schemas.microsoft.com/office/drawing/2014/main" id="{FC2D95AB-1AFA-4126-647D-46919ACD27C7}"/>
              </a:ext>
            </a:extLst>
          </p:cNvPr>
          <p:cNvSpPr>
            <a:spLocks noGrp="1" noRot="1" noMove="1" noResize="1" noEditPoints="1" noAdjustHandles="1" noChangeArrowheads="1" noChangeShapeType="1"/>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ACEB00DE-DF2B-1F00-DD59-AA18F439D6AD}"/>
              </a:ext>
            </a:extLst>
          </p:cNvPr>
          <p:cNvSpPr txBox="1">
            <a:spLocks noGrp="1" noRot="1" noMove="1" noResize="1" noEditPoints="1" noAdjustHandles="1" noChangeArrowheads="1" noChangeShapeType="1"/>
          </p:cNvSpPr>
          <p:nvPr/>
        </p:nvSpPr>
        <p:spPr>
          <a:xfrm flipH="1">
            <a:off x="92480" y="2987534"/>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359C4444-079B-3603-C266-AB8F7F5673CD}"/>
              </a:ext>
            </a:extLst>
          </p:cNvPr>
          <p:cNvSpPr>
            <a:spLocks noGrp="1" noRot="1" noMove="1" noResize="1" noEditPoints="1" noAdjustHandles="1" noChangeArrowheads="1" noChangeShapeType="1"/>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861491BB-9117-840A-5979-8C59F3C30105}"/>
              </a:ext>
            </a:extLst>
          </p:cNvPr>
          <p:cNvSpPr txBox="1">
            <a:spLocks noGrp="1" noRot="1" noMove="1" noResize="1" noEditPoints="1" noAdjustHandles="1" noChangeArrowheads="1" noChangeShapeType="1"/>
          </p:cNvSpPr>
          <p:nvPr/>
        </p:nvSpPr>
        <p:spPr>
          <a:xfrm>
            <a:off x="-5602264" y="2459345"/>
            <a:ext cx="2262118" cy="1939303"/>
          </a:xfrm>
          <a:prstGeom prst="rect">
            <a:avLst/>
          </a:prstGeom>
          <a:noFill/>
        </p:spPr>
        <p:txBody>
          <a:bodyPr wrap="square" rtlCol="0">
            <a:spAutoFit/>
          </a:bodyPr>
          <a:lstStyle/>
          <a:p>
            <a:r>
              <a:rPr lang="en-IN" sz="6000" dirty="0">
                <a:solidFill>
                  <a:schemeClr val="bg1"/>
                </a:solidFill>
              </a:rPr>
              <a:t>Focus Areas</a:t>
            </a:r>
          </a:p>
        </p:txBody>
      </p:sp>
    </p:spTree>
    <p:extLst>
      <p:ext uri="{BB962C8B-B14F-4D97-AF65-F5344CB8AC3E}">
        <p14:creationId xmlns:p14="http://schemas.microsoft.com/office/powerpoint/2010/main" val="1960916139"/>
      </p:ext>
    </p:extLst>
  </p:cSld>
  <p:clrMapOvr>
    <a:masterClrMapping/>
  </p:clrMapOvr>
  <mc:AlternateContent xmlns:mc="http://schemas.openxmlformats.org/markup-compatibility/2006" xmlns:p159="http://schemas.microsoft.com/office/powerpoint/2015/09/main">
    <mc:Choice Requires="p159">
      <p:transition spd="slow" advTm="588">
        <p159:morph option="byObject"/>
      </p:transition>
    </mc:Choice>
    <mc:Fallback xmlns="">
      <p:transition spd="slow" advTm="588">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2483F93F-BF59-2B59-DE26-E620FEFDCBFF}"/>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82A734C1-A62F-3337-CA66-48A8FB737678}"/>
              </a:ext>
            </a:extLst>
          </p:cNvPr>
          <p:cNvSpPr>
            <a:spLocks noGrp="1" noRot="1" noMove="1" noResize="1" noEditPoints="1" noAdjustHandles="1" noChangeArrowheads="1" noChangeShapeType="1"/>
          </p:cNvSpPr>
          <p:nvPr/>
        </p:nvSpPr>
        <p:spPr>
          <a:xfrm>
            <a:off x="13461738" y="-476250"/>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0EB44F64-A7CF-7F6D-36B8-C3EF33E1FBC0}"/>
              </a:ext>
            </a:extLst>
          </p:cNvPr>
          <p:cNvSpPr txBox="1">
            <a:spLocks noGrp="1" noRot="1" noMove="1" noResize="1" noEditPoints="1" noAdjustHandles="1" noChangeArrowheads="1" noChangeShapeType="1"/>
          </p:cNvSpPr>
          <p:nvPr/>
        </p:nvSpPr>
        <p:spPr>
          <a:xfrm>
            <a:off x="14053777" y="2854795"/>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D8653848-CA70-43B6-2616-5E94B77F94D5}"/>
              </a:ext>
            </a:extLst>
          </p:cNvPr>
          <p:cNvSpPr>
            <a:spLocks noGrp="1" noRot="1" noMove="1" noResize="1" noEditPoints="1" noAdjustHandles="1" noChangeArrowheads="1" noChangeShapeType="1"/>
          </p:cNvSpPr>
          <p:nvPr/>
        </p:nvSpPr>
        <p:spPr>
          <a:xfrm>
            <a:off x="-4751406" y="-542631"/>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AFB60C25-2CAB-3377-3D8E-9ED6E18F03EC}"/>
              </a:ext>
            </a:extLst>
          </p:cNvPr>
          <p:cNvSpPr txBox="1">
            <a:spLocks noGrp="1" noRot="1" noMove="1" noResize="1" noEditPoints="1" noAdjustHandles="1" noChangeArrowheads="1" noChangeShapeType="1"/>
          </p:cNvSpPr>
          <p:nvPr/>
        </p:nvSpPr>
        <p:spPr>
          <a:xfrm>
            <a:off x="840579" y="2921161"/>
            <a:ext cx="1491167" cy="1015663"/>
          </a:xfrm>
          <a:prstGeom prst="rect">
            <a:avLst/>
          </a:prstGeom>
          <a:noFill/>
        </p:spPr>
        <p:txBody>
          <a:bodyPr wrap="square" rtlCol="0">
            <a:spAutoFit/>
          </a:bodyPr>
          <a:lstStyle/>
          <a:p>
            <a:r>
              <a:rPr lang="en-IN" sz="6000" dirty="0">
                <a:solidFill>
                  <a:schemeClr val="bg1"/>
                </a:solidFill>
              </a:rPr>
              <a:t>3. </a:t>
            </a:r>
          </a:p>
        </p:txBody>
      </p:sp>
      <p:sp>
        <p:nvSpPr>
          <p:cNvPr id="24" name="TextBox 23">
            <a:extLst>
              <a:ext uri="{FF2B5EF4-FFF2-40B4-BE49-F238E27FC236}">
                <a16:creationId xmlns:a16="http://schemas.microsoft.com/office/drawing/2014/main" id="{C689355C-9B0A-C338-ECAE-803AE89CC848}"/>
              </a:ext>
            </a:extLst>
          </p:cNvPr>
          <p:cNvSpPr txBox="1">
            <a:spLocks noGrp="1" noRot="1" noMove="1" noResize="1" noEditPoints="1" noAdjustHandles="1" noChangeArrowheads="1" noChangeShapeType="1"/>
          </p:cNvSpPr>
          <p:nvPr/>
        </p:nvSpPr>
        <p:spPr>
          <a:xfrm>
            <a:off x="-4631731" y="1779058"/>
            <a:ext cx="6086021" cy="2862322"/>
          </a:xfrm>
          <a:prstGeom prst="rect">
            <a:avLst/>
          </a:prstGeom>
          <a:noFill/>
        </p:spPr>
        <p:txBody>
          <a:bodyPr wrap="square" rtlCol="0">
            <a:spAutoFit/>
          </a:bodyPr>
          <a:lstStyle/>
          <a:p>
            <a:pPr algn="ctr"/>
            <a:r>
              <a:rPr lang="en-IN" sz="6000" dirty="0">
                <a:solidFill>
                  <a:schemeClr val="bg1"/>
                </a:solidFill>
                <a:latin typeface="Lora" pitchFamily="2" charset="0"/>
              </a:rPr>
              <a:t>3. Data Analysis &amp; Modeling Overview </a:t>
            </a:r>
          </a:p>
        </p:txBody>
      </p:sp>
      <p:sp>
        <p:nvSpPr>
          <p:cNvPr id="13" name="Oval 12">
            <a:extLst>
              <a:ext uri="{FF2B5EF4-FFF2-40B4-BE49-F238E27FC236}">
                <a16:creationId xmlns:a16="http://schemas.microsoft.com/office/drawing/2014/main" id="{5D650A37-6311-9381-EBD3-5E5974A85BC1}"/>
              </a:ext>
            </a:extLst>
          </p:cNvPr>
          <p:cNvSpPr>
            <a:spLocks noGrp="1" noRot="1" noMove="1" noResize="1" noEditPoints="1" noAdjustHandles="1" noChangeArrowheads="1" noChangeShapeType="1"/>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017C4FF-9210-1858-4971-64CBE2CD703A}"/>
              </a:ext>
            </a:extLst>
          </p:cNvPr>
          <p:cNvSpPr txBox="1">
            <a:spLocks noGrp="1" noRot="1" noMove="1" noResize="1" noEditPoints="1" noAdjustHandles="1" noChangeArrowheads="1" noChangeShapeType="1"/>
          </p:cNvSpPr>
          <p:nvPr/>
        </p:nvSpPr>
        <p:spPr>
          <a:xfrm>
            <a:off x="-4894346" y="2908340"/>
            <a:ext cx="7391399" cy="1015663"/>
          </a:xfrm>
          <a:prstGeom prst="rect">
            <a:avLst/>
          </a:prstGeom>
          <a:noFill/>
        </p:spPr>
        <p:txBody>
          <a:bodyPr wrap="square" rtlCol="0">
            <a:spAutoFit/>
          </a:bodyPr>
          <a:lstStyle/>
          <a:p>
            <a:r>
              <a:rPr lang="en-IN" sz="6000" dirty="0">
                <a:solidFill>
                  <a:schemeClr val="bg1"/>
                </a:solidFill>
              </a:rPr>
              <a:t>2.  </a:t>
            </a:r>
            <a:r>
              <a:rPr lang="en-IN" sz="6000" dirty="0" err="1">
                <a:solidFill>
                  <a:schemeClr val="bg1"/>
                </a:solidFill>
              </a:rPr>
              <a:t>fdgdfdf</a:t>
            </a:r>
            <a:endParaRPr lang="en-IN" sz="6000" dirty="0">
              <a:solidFill>
                <a:schemeClr val="bg1"/>
              </a:solidFill>
            </a:endParaRPr>
          </a:p>
        </p:txBody>
      </p:sp>
      <p:sp>
        <p:nvSpPr>
          <p:cNvPr id="14" name="Oval 13">
            <a:extLst>
              <a:ext uri="{FF2B5EF4-FFF2-40B4-BE49-F238E27FC236}">
                <a16:creationId xmlns:a16="http://schemas.microsoft.com/office/drawing/2014/main" id="{C8F87F8E-66E0-31FF-DDCA-BD25F4C51934}"/>
              </a:ext>
            </a:extLst>
          </p:cNvPr>
          <p:cNvSpPr>
            <a:spLocks noGrp="1" noRot="1" noMove="1" noResize="1" noEditPoints="1" noAdjustHandles="1" noChangeArrowheads="1" noChangeShapeType="1"/>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26ACD3AD-0861-2421-95A4-3FAD5CBB3A15}"/>
              </a:ext>
            </a:extLst>
          </p:cNvPr>
          <p:cNvSpPr txBox="1">
            <a:spLocks noGrp="1" noRot="1" noMove="1" noResize="1" noEditPoints="1" noAdjustHandles="1" noChangeArrowheads="1" noChangeShapeType="1"/>
          </p:cNvSpPr>
          <p:nvPr/>
        </p:nvSpPr>
        <p:spPr>
          <a:xfrm flipH="1">
            <a:off x="92480" y="2987534"/>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5F83C02C-7875-8BFB-587A-60CF40B41D9D}"/>
              </a:ext>
            </a:extLst>
          </p:cNvPr>
          <p:cNvSpPr>
            <a:spLocks noGrp="1" noRot="1" noMove="1" noResize="1" noEditPoints="1" noAdjustHandles="1" noChangeArrowheads="1" noChangeShapeType="1"/>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BEB7B01A-1BEF-0A6C-2FE1-532B4C9A858D}"/>
              </a:ext>
            </a:extLst>
          </p:cNvPr>
          <p:cNvSpPr txBox="1">
            <a:spLocks noGrp="1" noRot="1" noMove="1" noResize="1" noEditPoints="1" noAdjustHandles="1" noChangeArrowheads="1" noChangeShapeType="1"/>
          </p:cNvSpPr>
          <p:nvPr/>
        </p:nvSpPr>
        <p:spPr>
          <a:xfrm>
            <a:off x="-5602264" y="2459345"/>
            <a:ext cx="2262118" cy="1939303"/>
          </a:xfrm>
          <a:prstGeom prst="rect">
            <a:avLst/>
          </a:prstGeom>
          <a:noFill/>
        </p:spPr>
        <p:txBody>
          <a:bodyPr wrap="square" rtlCol="0">
            <a:spAutoFit/>
          </a:bodyPr>
          <a:lstStyle/>
          <a:p>
            <a:r>
              <a:rPr lang="en-IN" sz="6000" dirty="0">
                <a:solidFill>
                  <a:schemeClr val="bg1"/>
                </a:solidFill>
              </a:rPr>
              <a:t>Focus Areas</a:t>
            </a:r>
          </a:p>
        </p:txBody>
      </p:sp>
      <p:sp>
        <p:nvSpPr>
          <p:cNvPr id="2" name="Oval 1">
            <a:extLst>
              <a:ext uri="{FF2B5EF4-FFF2-40B4-BE49-F238E27FC236}">
                <a16:creationId xmlns:a16="http://schemas.microsoft.com/office/drawing/2014/main" id="{D972EA91-7363-17C7-E626-73DA9573368E}"/>
              </a:ext>
            </a:extLst>
          </p:cNvPr>
          <p:cNvSpPr>
            <a:spLocks noGrp="1" noRot="1" noMove="1" noResize="1" noEditPoints="1" noAdjustHandles="1" noChangeArrowheads="1" noChangeShapeType="1"/>
          </p:cNvSpPr>
          <p:nvPr/>
        </p:nvSpPr>
        <p:spPr>
          <a:xfrm>
            <a:off x="106728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0BE460FB-F808-CDB0-E59A-00FE572847DF}"/>
              </a:ext>
            </a:extLst>
          </p:cNvPr>
          <p:cNvSpPr txBox="1">
            <a:spLocks noGrp="1" noRot="1" noMove="1" noResize="1" noEditPoints="1" noAdjustHandles="1" noChangeArrowheads="1" noChangeShapeType="1"/>
          </p:cNvSpPr>
          <p:nvPr/>
        </p:nvSpPr>
        <p:spPr>
          <a:xfrm>
            <a:off x="11264850" y="3031716"/>
            <a:ext cx="7391399" cy="1015663"/>
          </a:xfrm>
          <a:prstGeom prst="rect">
            <a:avLst/>
          </a:prstGeom>
          <a:noFill/>
        </p:spPr>
        <p:txBody>
          <a:bodyPr wrap="square" rtlCol="0">
            <a:spAutoFit/>
          </a:bodyPr>
          <a:lstStyle/>
          <a:p>
            <a:r>
              <a:rPr lang="en-IN" sz="6000" dirty="0">
                <a:solidFill>
                  <a:schemeClr val="bg1"/>
                </a:solidFill>
                <a:latin typeface="Lora" pitchFamily="2" charset="0"/>
              </a:rPr>
              <a:t>4. </a:t>
            </a:r>
          </a:p>
        </p:txBody>
      </p:sp>
      <p:sp>
        <p:nvSpPr>
          <p:cNvPr id="4" name="TextBox 3">
            <a:extLst>
              <a:ext uri="{FF2B5EF4-FFF2-40B4-BE49-F238E27FC236}">
                <a16:creationId xmlns:a16="http://schemas.microsoft.com/office/drawing/2014/main" id="{B9B99531-77E3-9EC3-DA79-FE0253156A2D}"/>
              </a:ext>
            </a:extLst>
          </p:cNvPr>
          <p:cNvSpPr txBox="1">
            <a:spLocks noGrp="1" noRot="1" noMove="1" noResize="1" noEditPoints="1" noAdjustHandles="1" noChangeArrowheads="1" noChangeShapeType="1"/>
          </p:cNvSpPr>
          <p:nvPr/>
        </p:nvSpPr>
        <p:spPr>
          <a:xfrm>
            <a:off x="2003605" y="-1628011"/>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Tree>
    <p:extLst>
      <p:ext uri="{BB962C8B-B14F-4D97-AF65-F5344CB8AC3E}">
        <p14:creationId xmlns:p14="http://schemas.microsoft.com/office/powerpoint/2010/main" val="2880330423"/>
      </p:ext>
    </p:extLst>
  </p:cSld>
  <p:clrMapOvr>
    <a:masterClrMapping/>
  </p:clrMapOvr>
  <mc:AlternateContent xmlns:mc="http://schemas.openxmlformats.org/markup-compatibility/2006" xmlns:p159="http://schemas.microsoft.com/office/powerpoint/2015/09/main">
    <mc:Choice Requires="p159">
      <p:transition spd="slow" advTm="307">
        <p159:morph option="byObject"/>
      </p:transition>
    </mc:Choice>
    <mc:Fallback xmlns="">
      <p:transition spd="slow" advTm="307">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3B4081CB-C49B-C925-16E6-EC5966495B7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2F2C7FE-3AD3-1C2E-B0B6-48DEF18035D3}"/>
              </a:ext>
            </a:extLst>
          </p:cNvPr>
          <p:cNvSpPr>
            <a:spLocks/>
          </p:cNvSpPr>
          <p:nvPr/>
        </p:nvSpPr>
        <p:spPr>
          <a:xfrm>
            <a:off x="15252438" y="-476242"/>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E9A38EE-DCFF-C395-8512-8F5A18FC77A0}"/>
              </a:ext>
            </a:extLst>
          </p:cNvPr>
          <p:cNvSpPr txBox="1">
            <a:spLocks/>
          </p:cNvSpPr>
          <p:nvPr/>
        </p:nvSpPr>
        <p:spPr>
          <a:xfrm>
            <a:off x="15844477" y="2854803"/>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7073F5B5-7D58-514E-F319-75389914A48E}"/>
              </a:ext>
            </a:extLst>
          </p:cNvPr>
          <p:cNvSpPr>
            <a:spLocks/>
          </p:cNvSpPr>
          <p:nvPr/>
        </p:nvSpPr>
        <p:spPr>
          <a:xfrm>
            <a:off x="-7957824" y="-476250"/>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815E3B67-330F-8A70-A88B-414A4AAFFA4D}"/>
              </a:ext>
            </a:extLst>
          </p:cNvPr>
          <p:cNvSpPr txBox="1">
            <a:spLocks/>
          </p:cNvSpPr>
          <p:nvPr/>
        </p:nvSpPr>
        <p:spPr>
          <a:xfrm>
            <a:off x="-2365839" y="2987542"/>
            <a:ext cx="1491167" cy="1015663"/>
          </a:xfrm>
          <a:prstGeom prst="rect">
            <a:avLst/>
          </a:prstGeom>
          <a:noFill/>
        </p:spPr>
        <p:txBody>
          <a:bodyPr wrap="square" rtlCol="0">
            <a:spAutoFit/>
          </a:bodyPr>
          <a:lstStyle/>
          <a:p>
            <a:r>
              <a:rPr lang="en-IN" sz="6000" dirty="0"/>
              <a:t>3. </a:t>
            </a:r>
          </a:p>
        </p:txBody>
      </p:sp>
      <p:sp>
        <p:nvSpPr>
          <p:cNvPr id="24" name="TextBox 23">
            <a:extLst>
              <a:ext uri="{FF2B5EF4-FFF2-40B4-BE49-F238E27FC236}">
                <a16:creationId xmlns:a16="http://schemas.microsoft.com/office/drawing/2014/main" id="{C18F4A8F-F3DF-39CE-7D0B-A2205DDFD138}"/>
              </a:ext>
            </a:extLst>
          </p:cNvPr>
          <p:cNvSpPr txBox="1">
            <a:spLocks/>
          </p:cNvSpPr>
          <p:nvPr/>
        </p:nvSpPr>
        <p:spPr>
          <a:xfrm>
            <a:off x="-7838149" y="1845439"/>
            <a:ext cx="6086021" cy="2862322"/>
          </a:xfrm>
          <a:prstGeom prst="rect">
            <a:avLst/>
          </a:prstGeom>
          <a:noFill/>
        </p:spPr>
        <p:txBody>
          <a:bodyPr wrap="square" rtlCol="0">
            <a:spAutoFit/>
          </a:bodyPr>
          <a:lstStyle/>
          <a:p>
            <a:pPr algn="ctr"/>
            <a:r>
              <a:rPr lang="en-IN" sz="6000" dirty="0">
                <a:latin typeface="Lora" pitchFamily="2" charset="0"/>
              </a:rPr>
              <a:t>3. Data Analysis &amp; Modeling Overview </a:t>
            </a:r>
          </a:p>
        </p:txBody>
      </p:sp>
      <p:sp>
        <p:nvSpPr>
          <p:cNvPr id="13" name="Oval 12">
            <a:extLst>
              <a:ext uri="{FF2B5EF4-FFF2-40B4-BE49-F238E27FC236}">
                <a16:creationId xmlns:a16="http://schemas.microsoft.com/office/drawing/2014/main" id="{50F1C3B0-CB46-4DD6-529F-26048236FA1F}"/>
              </a:ext>
            </a:extLst>
          </p:cNvPr>
          <p:cNvSpPr>
            <a:spLocks/>
          </p:cNvSpPr>
          <p:nvPr/>
        </p:nvSpPr>
        <p:spPr>
          <a:xfrm>
            <a:off x="-8594213" y="-409877"/>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8597DD1-5DB2-040B-D2AA-DC92D10B8C3A}"/>
              </a:ext>
            </a:extLst>
          </p:cNvPr>
          <p:cNvSpPr txBox="1">
            <a:spLocks/>
          </p:cNvSpPr>
          <p:nvPr/>
        </p:nvSpPr>
        <p:spPr>
          <a:xfrm>
            <a:off x="-8100764" y="2974721"/>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D454DFD4-D1AE-B28C-EB65-98DED90050E5}"/>
              </a:ext>
            </a:extLst>
          </p:cNvPr>
          <p:cNvSpPr>
            <a:spLocks/>
          </p:cNvSpPr>
          <p:nvPr/>
        </p:nvSpPr>
        <p:spPr>
          <a:xfrm>
            <a:off x="-9226181" y="-343504"/>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15369A02-43D1-0F2B-A94F-BA3E68000715}"/>
              </a:ext>
            </a:extLst>
          </p:cNvPr>
          <p:cNvSpPr txBox="1">
            <a:spLocks/>
          </p:cNvSpPr>
          <p:nvPr/>
        </p:nvSpPr>
        <p:spPr>
          <a:xfrm flipH="1">
            <a:off x="-3113938" y="3053915"/>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51030FC1-9B93-B847-593A-FB93E7A6C9E1}"/>
              </a:ext>
            </a:extLst>
          </p:cNvPr>
          <p:cNvSpPr>
            <a:spLocks/>
          </p:cNvSpPr>
          <p:nvPr/>
        </p:nvSpPr>
        <p:spPr>
          <a:xfrm>
            <a:off x="-9817078" y="-343504"/>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B7FFE1CA-AB5C-5F74-883C-6BB8C7CD2DB3}"/>
              </a:ext>
            </a:extLst>
          </p:cNvPr>
          <p:cNvSpPr txBox="1">
            <a:spLocks/>
          </p:cNvSpPr>
          <p:nvPr/>
        </p:nvSpPr>
        <p:spPr>
          <a:xfrm>
            <a:off x="-8808682" y="2525726"/>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6D87AF7C-9333-44F6-23AD-2D95A36D2D4B}"/>
              </a:ext>
            </a:extLst>
          </p:cNvPr>
          <p:cNvSpPr>
            <a:spLocks/>
          </p:cNvSpPr>
          <p:nvPr/>
        </p:nvSpPr>
        <p:spPr>
          <a:xfrm>
            <a:off x="12463510" y="-476250"/>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B6A39AB9-1EFD-A91B-92D0-09F19DEB3A16}"/>
              </a:ext>
            </a:extLst>
          </p:cNvPr>
          <p:cNvSpPr txBox="1">
            <a:spLocks/>
          </p:cNvSpPr>
          <p:nvPr/>
        </p:nvSpPr>
        <p:spPr>
          <a:xfrm>
            <a:off x="13055550" y="3031724"/>
            <a:ext cx="7391399" cy="1015663"/>
          </a:xfrm>
          <a:prstGeom prst="rect">
            <a:avLst/>
          </a:prstGeom>
          <a:noFill/>
        </p:spPr>
        <p:txBody>
          <a:bodyPr wrap="square" rtlCol="0">
            <a:spAutoFit/>
          </a:bodyPr>
          <a:lstStyle/>
          <a:p>
            <a:r>
              <a:rPr lang="en-IN" sz="6000" dirty="0">
                <a:latin typeface="Lora" pitchFamily="2" charset="0"/>
              </a:rPr>
              <a:t>4. </a:t>
            </a:r>
          </a:p>
        </p:txBody>
      </p:sp>
      <p:sp>
        <p:nvSpPr>
          <p:cNvPr id="4" name="TextBox 3">
            <a:extLst>
              <a:ext uri="{FF2B5EF4-FFF2-40B4-BE49-F238E27FC236}">
                <a16:creationId xmlns:a16="http://schemas.microsoft.com/office/drawing/2014/main" id="{3179C948-F508-865E-EC02-BE143B3E2ED5}"/>
              </a:ext>
            </a:extLst>
          </p:cNvPr>
          <p:cNvSpPr txBox="1">
            <a:spLocks/>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
        <p:nvSpPr>
          <p:cNvPr id="6" name="TextBox 5">
            <a:extLst>
              <a:ext uri="{FF2B5EF4-FFF2-40B4-BE49-F238E27FC236}">
                <a16:creationId xmlns:a16="http://schemas.microsoft.com/office/drawing/2014/main" id="{9181F4A2-3234-A2F0-ACE5-CB0664C304A5}"/>
              </a:ext>
            </a:extLst>
          </p:cNvPr>
          <p:cNvSpPr txBox="1">
            <a:spLocks/>
          </p:cNvSpPr>
          <p:nvPr/>
        </p:nvSpPr>
        <p:spPr>
          <a:xfrm>
            <a:off x="2757367" y="966609"/>
            <a:ext cx="6677265" cy="584775"/>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Descriptive Analysis</a:t>
            </a:r>
          </a:p>
        </p:txBody>
      </p:sp>
      <p:pic>
        <p:nvPicPr>
          <p:cNvPr id="10" name="Picture 9">
            <a:extLst>
              <a:ext uri="{FF2B5EF4-FFF2-40B4-BE49-F238E27FC236}">
                <a16:creationId xmlns:a16="http://schemas.microsoft.com/office/drawing/2014/main" id="{01905EA2-C9A7-5595-2E29-C1B816EAB9E0}"/>
              </a:ext>
            </a:extLst>
          </p:cNvPr>
          <p:cNvPicPr>
            <a:picLocks noGrp="1" noRot="1" noChangeAspect="1" noMove="1" noResize="1" noEditPoints="1" noAdjustHandles="1" noChangeArrowheads="1" noChangeShapeType="1" noCrop="1"/>
          </p:cNvPicPr>
          <p:nvPr/>
        </p:nvPicPr>
        <p:blipFill>
          <a:blip r:embed="rId4"/>
          <a:stretch>
            <a:fillRect/>
          </a:stretch>
        </p:blipFill>
        <p:spPr>
          <a:xfrm>
            <a:off x="1127395" y="1703458"/>
            <a:ext cx="5358678" cy="4987349"/>
          </a:xfrm>
          <a:prstGeom prst="rect">
            <a:avLst/>
          </a:prstGeom>
          <a:effectLst>
            <a:glow rad="177800">
              <a:srgbClr val="7746B8">
                <a:alpha val="50000"/>
              </a:srgbClr>
            </a:glow>
          </a:effectLst>
        </p:spPr>
      </p:pic>
      <p:sp>
        <p:nvSpPr>
          <p:cNvPr id="23" name="TextBox 22">
            <a:extLst>
              <a:ext uri="{FF2B5EF4-FFF2-40B4-BE49-F238E27FC236}">
                <a16:creationId xmlns:a16="http://schemas.microsoft.com/office/drawing/2014/main" id="{70762CEA-1380-059F-EC30-250A90CBF0B5}"/>
              </a:ext>
            </a:extLst>
          </p:cNvPr>
          <p:cNvSpPr txBox="1">
            <a:spLocks noGrp="1" noRot="1" noMove="1" noResize="1" noEditPoints="1" noAdjustHandles="1" noChangeArrowheads="1" noChangeShapeType="1"/>
          </p:cNvSpPr>
          <p:nvPr/>
        </p:nvSpPr>
        <p:spPr>
          <a:xfrm>
            <a:off x="7047621" y="1781086"/>
            <a:ext cx="4671687" cy="4832092"/>
          </a:xfrm>
          <a:prstGeom prst="rect">
            <a:avLst/>
          </a:prstGeom>
          <a:noFill/>
          <a:ln>
            <a:solidFill>
              <a:schemeClr val="tx1"/>
            </a:solidFill>
          </a:ln>
        </p:spPr>
        <p:txBody>
          <a:bodyPr wrap="square">
            <a:spAutoFit/>
          </a:bodyPr>
          <a:lstStyle/>
          <a:p>
            <a:r>
              <a:rPr lang="en-US" sz="2800" dirty="0">
                <a:latin typeface="Lora" pitchFamily="2" charset="0"/>
              </a:rPr>
              <a:t>This chart compares the total revenue generated by top-performing movies, highlighting significant differences in their box office success. </a:t>
            </a:r>
            <a:r>
              <a:rPr lang="en-US" sz="2800" b="1" i="1" dirty="0">
                <a:solidFill>
                  <a:srgbClr val="002060"/>
                </a:solidFill>
                <a:latin typeface="Lora" pitchFamily="2" charset="0"/>
              </a:rPr>
              <a:t>Avatar</a:t>
            </a:r>
            <a:r>
              <a:rPr lang="en-US" sz="2800" dirty="0">
                <a:latin typeface="Lora" pitchFamily="2" charset="0"/>
              </a:rPr>
              <a:t> leads by a large margin, indicating its exceptional global performance compared to other popular films.</a:t>
            </a:r>
            <a:endParaRPr lang="en-IN" sz="2800" dirty="0">
              <a:latin typeface="Lora" pitchFamily="2" charset="0"/>
            </a:endParaRPr>
          </a:p>
        </p:txBody>
      </p:sp>
    </p:spTree>
    <p:custDataLst>
      <p:tags r:id="rId1"/>
    </p:custDataLst>
    <p:extLst>
      <p:ext uri="{BB962C8B-B14F-4D97-AF65-F5344CB8AC3E}">
        <p14:creationId xmlns:p14="http://schemas.microsoft.com/office/powerpoint/2010/main" val="2060730271"/>
      </p:ext>
    </p:extLst>
  </p:cSld>
  <p:clrMapOvr>
    <a:masterClrMapping/>
  </p:clrMapOvr>
  <mc:AlternateContent xmlns:mc="http://schemas.openxmlformats.org/markup-compatibility/2006" xmlns:p159="http://schemas.microsoft.com/office/powerpoint/2015/09/main">
    <mc:Choice Requires="p159">
      <p:transition spd="med" advTm="5499">
        <p159:morph option="byObject"/>
      </p:transition>
    </mc:Choice>
    <mc:Fallback xmlns="">
      <p:transition spd="med" advTm="549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23"/>
                                        </p:tgtEl>
                                      </p:cBhvr>
                                    </p:animEffect>
                                    <p:set>
                                      <p:cBhvr>
                                        <p:cTn id="28"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3" grpId="0" animBg="1"/>
      <p:bldP spid="2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2BEE8573-87CC-AC3F-6F41-B4FAF364EDFD}"/>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830F016A-08A5-76C6-DA41-9E88C4037E64}"/>
              </a:ext>
            </a:extLst>
          </p:cNvPr>
          <p:cNvSpPr>
            <a:spLocks noGrp="1" noRot="1" noMove="1" noResize="1" noEditPoints="1" noAdjustHandles="1" noChangeArrowheads="1" noChangeShapeType="1"/>
          </p:cNvSpPr>
          <p:nvPr/>
        </p:nvSpPr>
        <p:spPr>
          <a:xfrm>
            <a:off x="17178331" y="-409885"/>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62520D44-207A-E267-B36D-AB6245FF677F}"/>
              </a:ext>
            </a:extLst>
          </p:cNvPr>
          <p:cNvSpPr txBox="1">
            <a:spLocks noGrp="1" noRot="1" noMove="1" noResize="1" noEditPoints="1" noAdjustHandles="1" noChangeArrowheads="1" noChangeShapeType="1"/>
          </p:cNvSpPr>
          <p:nvPr/>
        </p:nvSpPr>
        <p:spPr>
          <a:xfrm>
            <a:off x="17770370" y="2921160"/>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36550E7F-2D3A-74CA-0548-4935BCC4133F}"/>
              </a:ext>
            </a:extLst>
          </p:cNvPr>
          <p:cNvSpPr>
            <a:spLocks noGrp="1" noRot="1" noMove="1" noResize="1" noEditPoints="1" noAdjustHandles="1" noChangeArrowheads="1" noChangeShapeType="1"/>
          </p:cNvSpPr>
          <p:nvPr/>
        </p:nvSpPr>
        <p:spPr>
          <a:xfrm>
            <a:off x="-8810065" y="-132746"/>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88A3E9A9-243F-62CF-7132-CAFD7F119B03}"/>
              </a:ext>
            </a:extLst>
          </p:cNvPr>
          <p:cNvSpPr txBox="1">
            <a:spLocks noGrp="1" noRot="1" noMove="1" noResize="1" noEditPoints="1" noAdjustHandles="1" noChangeArrowheads="1" noChangeShapeType="1"/>
          </p:cNvSpPr>
          <p:nvPr/>
        </p:nvSpPr>
        <p:spPr>
          <a:xfrm>
            <a:off x="-3218080" y="3331046"/>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DC356322-309F-4994-A5A6-5485EA1F92D2}"/>
              </a:ext>
            </a:extLst>
          </p:cNvPr>
          <p:cNvSpPr>
            <a:spLocks noGrp="1" noRot="1" noMove="1" noResize="1" noEditPoints="1" noAdjustHandles="1" noChangeArrowheads="1" noChangeShapeType="1"/>
          </p:cNvSpPr>
          <p:nvPr/>
        </p:nvSpPr>
        <p:spPr>
          <a:xfrm>
            <a:off x="-9446454" y="-66373"/>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BD55080-AD3B-76C7-57F0-4390E39C9797}"/>
              </a:ext>
            </a:extLst>
          </p:cNvPr>
          <p:cNvSpPr txBox="1">
            <a:spLocks noGrp="1" noRot="1" noMove="1" noResize="1" noEditPoints="1" noAdjustHandles="1" noChangeArrowheads="1" noChangeShapeType="1"/>
          </p:cNvSpPr>
          <p:nvPr/>
        </p:nvSpPr>
        <p:spPr>
          <a:xfrm>
            <a:off x="-8953005" y="3318225"/>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66568406-1834-1293-D8D3-9D09A93155CE}"/>
              </a:ext>
            </a:extLst>
          </p:cNvPr>
          <p:cNvSpPr>
            <a:spLocks noGrp="1" noRot="1" noMove="1" noResize="1" noEditPoints="1" noAdjustHandles="1" noChangeArrowheads="1" noChangeShapeType="1"/>
          </p:cNvSpPr>
          <p:nvPr/>
        </p:nvSpPr>
        <p:spPr>
          <a:xfrm>
            <a:off x="-10078422" y="0"/>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A9E8F05C-C494-6D6F-7B5B-C4B6424F6830}"/>
              </a:ext>
            </a:extLst>
          </p:cNvPr>
          <p:cNvSpPr txBox="1">
            <a:spLocks noGrp="1" noRot="1" noMove="1" noResize="1" noEditPoints="1" noAdjustHandles="1" noChangeArrowheads="1" noChangeShapeType="1"/>
          </p:cNvSpPr>
          <p:nvPr/>
        </p:nvSpPr>
        <p:spPr>
          <a:xfrm flipH="1">
            <a:off x="-3966179" y="3397419"/>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2A517BF4-B2D9-E214-7E02-2C2154F5C293}"/>
              </a:ext>
            </a:extLst>
          </p:cNvPr>
          <p:cNvSpPr>
            <a:spLocks noGrp="1" noRot="1" noMove="1" noResize="1" noEditPoints="1" noAdjustHandles="1" noChangeArrowheads="1" noChangeShapeType="1"/>
          </p:cNvSpPr>
          <p:nvPr/>
        </p:nvSpPr>
        <p:spPr>
          <a:xfrm>
            <a:off x="-10669319" y="0"/>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2500A401-2B68-12E1-F385-96C0C091BB86}"/>
              </a:ext>
            </a:extLst>
          </p:cNvPr>
          <p:cNvSpPr txBox="1">
            <a:spLocks noGrp="1" noRot="1" noMove="1" noResize="1" noEditPoints="1" noAdjustHandles="1" noChangeArrowheads="1" noChangeShapeType="1"/>
          </p:cNvSpPr>
          <p:nvPr/>
        </p:nvSpPr>
        <p:spPr>
          <a:xfrm>
            <a:off x="-9660923" y="2869230"/>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53786D45-F96E-63E4-16EC-DACE28DFCA3B}"/>
              </a:ext>
            </a:extLst>
          </p:cNvPr>
          <p:cNvSpPr>
            <a:spLocks noGrp="1" noRot="1" noMove="1" noResize="1" noEditPoints="1" noAdjustHandles="1" noChangeArrowheads="1" noChangeShapeType="1"/>
          </p:cNvSpPr>
          <p:nvPr/>
        </p:nvSpPr>
        <p:spPr>
          <a:xfrm>
            <a:off x="14389403" y="-409893"/>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10A030EB-E656-ED46-0D3C-8DF6CB3BD9CA}"/>
              </a:ext>
            </a:extLst>
          </p:cNvPr>
          <p:cNvSpPr txBox="1">
            <a:spLocks noGrp="1" noRot="1" noMove="1" noResize="1" noEditPoints="1" noAdjustHandles="1" noChangeArrowheads="1" noChangeShapeType="1"/>
          </p:cNvSpPr>
          <p:nvPr/>
        </p:nvSpPr>
        <p:spPr>
          <a:xfrm>
            <a:off x="14981443" y="3098081"/>
            <a:ext cx="7391399" cy="1015663"/>
          </a:xfrm>
          <a:prstGeom prst="rect">
            <a:avLst/>
          </a:prstGeom>
          <a:noFill/>
        </p:spPr>
        <p:txBody>
          <a:bodyPr wrap="square" rtlCol="0">
            <a:spAutoFit/>
          </a:bodyPr>
          <a:lstStyle/>
          <a:p>
            <a:r>
              <a:rPr lang="en-IN" sz="6000" dirty="0">
                <a:latin typeface="Lora" pitchFamily="2" charset="0"/>
              </a:rPr>
              <a:t>4. </a:t>
            </a:r>
          </a:p>
        </p:txBody>
      </p:sp>
      <p:sp>
        <p:nvSpPr>
          <p:cNvPr id="23" name="TextBox 22">
            <a:extLst>
              <a:ext uri="{FF2B5EF4-FFF2-40B4-BE49-F238E27FC236}">
                <a16:creationId xmlns:a16="http://schemas.microsoft.com/office/drawing/2014/main" id="{515B1C9F-5CD1-903E-781C-B4FA0CA456BD}"/>
              </a:ext>
            </a:extLst>
          </p:cNvPr>
          <p:cNvSpPr txBox="1">
            <a:spLocks noGrp="1" noRot="1" noMove="1" noResize="1" noEditPoints="1" noAdjustHandles="1" noChangeArrowheads="1" noChangeShapeType="1"/>
          </p:cNvSpPr>
          <p:nvPr/>
        </p:nvSpPr>
        <p:spPr>
          <a:xfrm>
            <a:off x="6980482" y="1913141"/>
            <a:ext cx="4484281" cy="4401205"/>
          </a:xfrm>
          <a:prstGeom prst="rect">
            <a:avLst/>
          </a:prstGeom>
          <a:noFill/>
          <a:ln>
            <a:solidFill>
              <a:schemeClr val="tx1"/>
            </a:solidFill>
          </a:ln>
        </p:spPr>
        <p:txBody>
          <a:bodyPr wrap="square">
            <a:spAutoFit/>
          </a:bodyPr>
          <a:lstStyle/>
          <a:p>
            <a:r>
              <a:rPr lang="en-US" sz="2800" dirty="0">
                <a:latin typeface="Lora" pitchFamily="2" charset="0"/>
              </a:rPr>
              <a:t>This chart illustrates the change in average revenue per movie across different release years. The overall upward trend indicates that movies released in recent years generate higher average revenue compared to earlier periods.</a:t>
            </a:r>
            <a:endParaRPr lang="en-IN" sz="2800" dirty="0">
              <a:latin typeface="Lora" pitchFamily="2" charset="0"/>
            </a:endParaRPr>
          </a:p>
        </p:txBody>
      </p:sp>
      <p:pic>
        <p:nvPicPr>
          <p:cNvPr id="11" name="Picture 10" descr="A graph of a graph&#10;&#10;AI-generated content may be incorrect.">
            <a:extLst>
              <a:ext uri="{FF2B5EF4-FFF2-40B4-BE49-F238E27FC236}">
                <a16:creationId xmlns:a16="http://schemas.microsoft.com/office/drawing/2014/main" id="{C3BAFB2B-83BC-DBCC-1543-A55D010E750C}"/>
              </a:ext>
            </a:extLst>
          </p:cNvPr>
          <p:cNvPicPr>
            <a:picLocks noGrp="1" noRot="1" noChangeAspect="1" noMove="1" noResize="1" noEditPoints="1" noAdjustHandles="1" noChangeArrowheads="1" noChangeShapeType="1" noCrop="1"/>
          </p:cNvPicPr>
          <p:nvPr/>
        </p:nvPicPr>
        <p:blipFill>
          <a:blip r:embed="rId4"/>
          <a:stretch>
            <a:fillRect/>
          </a:stretch>
        </p:blipFill>
        <p:spPr>
          <a:xfrm>
            <a:off x="1377572" y="1586742"/>
            <a:ext cx="5124490" cy="5054001"/>
          </a:xfrm>
          <a:prstGeom prst="rect">
            <a:avLst/>
          </a:prstGeom>
          <a:effectLst>
            <a:glow rad="177800">
              <a:schemeClr val="accent5">
                <a:lumMod val="75000"/>
                <a:alpha val="50000"/>
              </a:schemeClr>
            </a:glow>
          </a:effectLst>
        </p:spPr>
      </p:pic>
      <p:sp>
        <p:nvSpPr>
          <p:cNvPr id="20" name="TextBox 19">
            <a:extLst>
              <a:ext uri="{FF2B5EF4-FFF2-40B4-BE49-F238E27FC236}">
                <a16:creationId xmlns:a16="http://schemas.microsoft.com/office/drawing/2014/main" id="{3A05ED4D-D6EB-0402-7230-2F47E1418216}"/>
              </a:ext>
            </a:extLst>
          </p:cNvPr>
          <p:cNvSpPr txBox="1">
            <a:spLocks noGrp="1" noRot="1" noMove="1" noResize="1" noEditPoints="1" noAdjustHandles="1" noChangeArrowheads="1" noChangeShapeType="1"/>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
        <p:nvSpPr>
          <p:cNvPr id="6" name="TextBox 5">
            <a:extLst>
              <a:ext uri="{FF2B5EF4-FFF2-40B4-BE49-F238E27FC236}">
                <a16:creationId xmlns:a16="http://schemas.microsoft.com/office/drawing/2014/main" id="{76E43375-70D5-2E99-5C62-729267379782}"/>
              </a:ext>
            </a:extLst>
          </p:cNvPr>
          <p:cNvSpPr txBox="1">
            <a:spLocks/>
          </p:cNvSpPr>
          <p:nvPr/>
        </p:nvSpPr>
        <p:spPr>
          <a:xfrm>
            <a:off x="2757367" y="966609"/>
            <a:ext cx="6677265" cy="584775"/>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Descriptive Analysis</a:t>
            </a:r>
          </a:p>
        </p:txBody>
      </p:sp>
    </p:spTree>
    <p:custDataLst>
      <p:tags r:id="rId1"/>
    </p:custDataLst>
    <p:extLst>
      <p:ext uri="{BB962C8B-B14F-4D97-AF65-F5344CB8AC3E}">
        <p14:creationId xmlns:p14="http://schemas.microsoft.com/office/powerpoint/2010/main" val="406737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Tm="3307">
        <p159:morph option="byObject"/>
      </p:transition>
    </mc:Choice>
    <mc:Fallback xmlns="">
      <p:transition advTm="330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22000"/>
            <a:lum/>
          </a:blip>
          <a:srcRect/>
          <a:stretch>
            <a:fillRect/>
          </a:stretch>
        </a:blipFill>
        <a:effectLst/>
      </p:bgPr>
    </p:bg>
    <p:spTree>
      <p:nvGrpSpPr>
        <p:cNvPr id="1" name="">
          <a:extLst>
            <a:ext uri="{FF2B5EF4-FFF2-40B4-BE49-F238E27FC236}">
              <a16:creationId xmlns:a16="http://schemas.microsoft.com/office/drawing/2014/main" id="{90D41387-A8DD-5F2B-3A89-EA8E0701FDF2}"/>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E4A3153-9B64-130F-BC35-464443B39DF0}"/>
              </a:ext>
            </a:extLst>
          </p:cNvPr>
          <p:cNvSpPr>
            <a:spLocks noGrp="1" noRot="1" noMove="1" noResize="1" noEditPoints="1" noAdjustHandles="1" noChangeArrowheads="1" noChangeShapeType="1"/>
          </p:cNvSpPr>
          <p:nvPr/>
        </p:nvSpPr>
        <p:spPr>
          <a:xfrm>
            <a:off x="17497289" y="-476250"/>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386C0FB2-0F9D-553C-769F-21E172845621}"/>
              </a:ext>
            </a:extLst>
          </p:cNvPr>
          <p:cNvSpPr txBox="1">
            <a:spLocks noGrp="1" noRot="1" noMove="1" noResize="1" noEditPoints="1" noAdjustHandles="1" noChangeArrowheads="1" noChangeShapeType="1"/>
          </p:cNvSpPr>
          <p:nvPr/>
        </p:nvSpPr>
        <p:spPr>
          <a:xfrm>
            <a:off x="18089328" y="2854795"/>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1E7ED662-CB80-C722-0DF9-031954228A58}"/>
              </a:ext>
            </a:extLst>
          </p:cNvPr>
          <p:cNvSpPr>
            <a:spLocks noGrp="1" noRot="1" noMove="1" noResize="1" noEditPoints="1" noAdjustHandles="1" noChangeArrowheads="1" noChangeShapeType="1"/>
          </p:cNvSpPr>
          <p:nvPr/>
        </p:nvSpPr>
        <p:spPr>
          <a:xfrm>
            <a:off x="-8615484" y="-609005"/>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538B9E5-467F-434C-79E3-13D0B59A0C8A}"/>
              </a:ext>
            </a:extLst>
          </p:cNvPr>
          <p:cNvSpPr txBox="1">
            <a:spLocks noGrp="1" noRot="1" noMove="1" noResize="1" noEditPoints="1" noAdjustHandles="1" noChangeArrowheads="1" noChangeShapeType="1"/>
          </p:cNvSpPr>
          <p:nvPr/>
        </p:nvSpPr>
        <p:spPr>
          <a:xfrm>
            <a:off x="-3023499" y="2854787"/>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62317D44-E9B0-0222-A798-FF26A14BCC88}"/>
              </a:ext>
            </a:extLst>
          </p:cNvPr>
          <p:cNvSpPr>
            <a:spLocks noGrp="1" noRot="1" noMove="1" noResize="1" noEditPoints="1" noAdjustHandles="1" noChangeArrowheads="1" noChangeShapeType="1"/>
          </p:cNvSpPr>
          <p:nvPr/>
        </p:nvSpPr>
        <p:spPr>
          <a:xfrm>
            <a:off x="-9251873" y="-542632"/>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A225536-96ED-A095-E0E1-3437E0A32EC7}"/>
              </a:ext>
            </a:extLst>
          </p:cNvPr>
          <p:cNvSpPr txBox="1">
            <a:spLocks noGrp="1" noRot="1" noMove="1" noResize="1" noEditPoints="1" noAdjustHandles="1" noChangeArrowheads="1" noChangeShapeType="1"/>
          </p:cNvSpPr>
          <p:nvPr/>
        </p:nvSpPr>
        <p:spPr>
          <a:xfrm>
            <a:off x="-8758424" y="2841966"/>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4DEA68B5-F114-A265-F6A2-CB1D476CBB3A}"/>
              </a:ext>
            </a:extLst>
          </p:cNvPr>
          <p:cNvSpPr>
            <a:spLocks noGrp="1" noRot="1" noMove="1" noResize="1" noEditPoints="1" noAdjustHandles="1" noChangeArrowheads="1" noChangeShapeType="1"/>
          </p:cNvSpPr>
          <p:nvPr/>
        </p:nvSpPr>
        <p:spPr>
          <a:xfrm>
            <a:off x="-9883841" y="-476259"/>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53042DF5-DF45-95E1-D1D0-37A3B54461C9}"/>
              </a:ext>
            </a:extLst>
          </p:cNvPr>
          <p:cNvSpPr txBox="1">
            <a:spLocks noGrp="1" noRot="1" noMove="1" noResize="1" noEditPoints="1" noAdjustHandles="1" noChangeArrowheads="1" noChangeShapeType="1"/>
          </p:cNvSpPr>
          <p:nvPr/>
        </p:nvSpPr>
        <p:spPr>
          <a:xfrm flipH="1">
            <a:off x="-3771598" y="2921160"/>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4A9EEA87-410F-877B-3CA9-0EFDB0C91C4A}"/>
              </a:ext>
            </a:extLst>
          </p:cNvPr>
          <p:cNvSpPr>
            <a:spLocks noGrp="1" noRot="1" noMove="1" noResize="1" noEditPoints="1" noAdjustHandles="1" noChangeArrowheads="1" noChangeShapeType="1"/>
          </p:cNvSpPr>
          <p:nvPr/>
        </p:nvSpPr>
        <p:spPr>
          <a:xfrm>
            <a:off x="-10474738" y="-476259"/>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7DEDFA80-B66F-79D8-70E0-A1B6977BE51E}"/>
              </a:ext>
            </a:extLst>
          </p:cNvPr>
          <p:cNvSpPr txBox="1">
            <a:spLocks noGrp="1" noRot="1" noMove="1" noResize="1" noEditPoints="1" noAdjustHandles="1" noChangeArrowheads="1" noChangeShapeType="1"/>
          </p:cNvSpPr>
          <p:nvPr/>
        </p:nvSpPr>
        <p:spPr>
          <a:xfrm>
            <a:off x="-9466342" y="2392971"/>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8B24A37B-6514-F371-4194-99924BDFCF25}"/>
              </a:ext>
            </a:extLst>
          </p:cNvPr>
          <p:cNvSpPr>
            <a:spLocks noGrp="1" noRot="1" noMove="1" noResize="1" noEditPoints="1" noAdjustHandles="1" noChangeArrowheads="1" noChangeShapeType="1"/>
          </p:cNvSpPr>
          <p:nvPr/>
        </p:nvSpPr>
        <p:spPr>
          <a:xfrm>
            <a:off x="14708361"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46DFD877-9E54-4DD3-9A6E-CBA33A731D86}"/>
              </a:ext>
            </a:extLst>
          </p:cNvPr>
          <p:cNvSpPr txBox="1">
            <a:spLocks noGrp="1" noRot="1" noMove="1" noResize="1" noEditPoints="1" noAdjustHandles="1" noChangeArrowheads="1" noChangeShapeType="1"/>
          </p:cNvSpPr>
          <p:nvPr/>
        </p:nvSpPr>
        <p:spPr>
          <a:xfrm>
            <a:off x="15300401" y="3031716"/>
            <a:ext cx="7391399" cy="1015663"/>
          </a:xfrm>
          <a:prstGeom prst="rect">
            <a:avLst/>
          </a:prstGeom>
          <a:noFill/>
        </p:spPr>
        <p:txBody>
          <a:bodyPr wrap="square" rtlCol="0">
            <a:spAutoFit/>
          </a:bodyPr>
          <a:lstStyle/>
          <a:p>
            <a:r>
              <a:rPr lang="en-IN" sz="6000" dirty="0">
                <a:latin typeface="Lora" pitchFamily="2" charset="0"/>
              </a:rPr>
              <a:t>4. </a:t>
            </a:r>
          </a:p>
        </p:txBody>
      </p:sp>
      <p:sp>
        <p:nvSpPr>
          <p:cNvPr id="4" name="TextBox 3">
            <a:extLst>
              <a:ext uri="{FF2B5EF4-FFF2-40B4-BE49-F238E27FC236}">
                <a16:creationId xmlns:a16="http://schemas.microsoft.com/office/drawing/2014/main" id="{8A4F6E51-0F94-86EB-6EB5-89EE269BE209}"/>
              </a:ext>
            </a:extLst>
          </p:cNvPr>
          <p:cNvSpPr txBox="1">
            <a:spLocks/>
          </p:cNvSpPr>
          <p:nvPr/>
        </p:nvSpPr>
        <p:spPr>
          <a:xfrm>
            <a:off x="1314096" y="-967181"/>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
        <p:nvSpPr>
          <p:cNvPr id="6" name="TextBox 5">
            <a:extLst>
              <a:ext uri="{FF2B5EF4-FFF2-40B4-BE49-F238E27FC236}">
                <a16:creationId xmlns:a16="http://schemas.microsoft.com/office/drawing/2014/main" id="{98907A1A-725C-4BCA-A533-6B3C0C97BCC8}"/>
              </a:ext>
            </a:extLst>
          </p:cNvPr>
          <p:cNvSpPr txBox="1">
            <a:spLocks noGrp="1" noRot="1" noMove="1" noResize="1" noEditPoints="1" noAdjustHandles="1" noChangeArrowheads="1" noChangeShapeType="1"/>
          </p:cNvSpPr>
          <p:nvPr/>
        </p:nvSpPr>
        <p:spPr>
          <a:xfrm>
            <a:off x="2767117" y="101600"/>
            <a:ext cx="6677265" cy="584775"/>
          </a:xfrm>
          <a:prstGeom prst="rect">
            <a:avLst/>
          </a:prstGeom>
          <a:noFill/>
          <a:ln>
            <a:solidFill>
              <a:schemeClr val="tx1"/>
            </a:solidFill>
          </a:ln>
        </p:spPr>
        <p:txBody>
          <a:bodyPr wrap="squar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Central Limit Theorem </a:t>
            </a:r>
          </a:p>
        </p:txBody>
      </p:sp>
      <p:pic>
        <p:nvPicPr>
          <p:cNvPr id="2050" name="Picture 2">
            <a:extLst>
              <a:ext uri="{FF2B5EF4-FFF2-40B4-BE49-F238E27FC236}">
                <a16:creationId xmlns:a16="http://schemas.microsoft.com/office/drawing/2014/main" id="{13510835-E90D-8727-5D32-58A8542E3461}"/>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36416" y="806060"/>
            <a:ext cx="5473608" cy="3745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5725D1A-3A0D-C2FD-7D32-6E75DD7EF2C6}"/>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386851" y="806060"/>
            <a:ext cx="5473608" cy="3745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84277FE-F2EA-2514-5129-1099B39D50FC}"/>
              </a:ext>
            </a:extLst>
          </p:cNvPr>
          <p:cNvCxnSpPr>
            <a:cxnSpLocks noGrp="1" noRot="1" noMove="1" noResize="1" noEditPoints="1" noAdjustHandles="1" noChangeArrowheads="1" noChangeShapeType="1"/>
            <a:stCxn id="6" idx="2"/>
            <a:endCxn id="27" idx="0"/>
          </p:cNvCxnSpPr>
          <p:nvPr/>
        </p:nvCxnSpPr>
        <p:spPr>
          <a:xfrm flipH="1">
            <a:off x="6096000" y="686375"/>
            <a:ext cx="9750" cy="5817682"/>
          </a:xfrm>
          <a:prstGeom prst="line">
            <a:avLst/>
          </a:prstGeom>
        </p:spPr>
        <p:style>
          <a:lnRef idx="3">
            <a:schemeClr val="accent5"/>
          </a:lnRef>
          <a:fillRef idx="0">
            <a:schemeClr val="accent5"/>
          </a:fillRef>
          <a:effectRef idx="2">
            <a:schemeClr val="accent5"/>
          </a:effectRef>
          <a:fontRef idx="minor">
            <a:schemeClr val="tx1"/>
          </a:fontRef>
        </p:style>
      </p:cxnSp>
      <p:sp>
        <p:nvSpPr>
          <p:cNvPr id="21" name="TextBox 20">
            <a:extLst>
              <a:ext uri="{FF2B5EF4-FFF2-40B4-BE49-F238E27FC236}">
                <a16:creationId xmlns:a16="http://schemas.microsoft.com/office/drawing/2014/main" id="{9BCA60AD-B8A9-6E9F-216A-FEAB2FF11574}"/>
              </a:ext>
            </a:extLst>
          </p:cNvPr>
          <p:cNvSpPr txBox="1">
            <a:spLocks noGrp="1" noRot="1" noMove="1" noResize="1" noEditPoints="1" noAdjustHandles="1" noChangeArrowheads="1" noChangeShapeType="1"/>
          </p:cNvSpPr>
          <p:nvPr/>
        </p:nvSpPr>
        <p:spPr>
          <a:xfrm>
            <a:off x="178742" y="4565494"/>
            <a:ext cx="5855812" cy="1569660"/>
          </a:xfrm>
          <a:prstGeom prst="rect">
            <a:avLst/>
          </a:prstGeom>
          <a:noFill/>
        </p:spPr>
        <p:txBody>
          <a:bodyPr wrap="square">
            <a:spAutoFit/>
          </a:bodyPr>
          <a:lstStyle/>
          <a:p>
            <a:r>
              <a:rPr lang="en-US" sz="2400" b="1" dirty="0">
                <a:solidFill>
                  <a:schemeClr val="accent5">
                    <a:lumMod val="50000"/>
                  </a:schemeClr>
                </a:solidFill>
                <a:latin typeface="Times New Roman" panose="02020603050405020304" pitchFamily="18" charset="0"/>
                <a:cs typeface="Times New Roman" panose="02020603050405020304" pitchFamily="18" charset="0"/>
              </a:rPr>
              <a:t>KDE of Revenue:</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original revenue distribution is highly right-skewed, indicating that most movies earn low to moderate revenue while a few blockbuster films earn extremely high revenue.</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AB8E82-6D30-E27F-BD01-353C05CEC34D}"/>
              </a:ext>
            </a:extLst>
          </p:cNvPr>
          <p:cNvSpPr txBox="1">
            <a:spLocks noGrp="1" noRot="1" noMove="1" noResize="1" noEditPoints="1" noAdjustHandles="1" noChangeArrowheads="1" noChangeShapeType="1"/>
          </p:cNvSpPr>
          <p:nvPr/>
        </p:nvSpPr>
        <p:spPr>
          <a:xfrm>
            <a:off x="6162321" y="4551160"/>
            <a:ext cx="6046324" cy="1846659"/>
          </a:xfrm>
          <a:prstGeom prst="rect">
            <a:avLst/>
          </a:prstGeom>
          <a:noFill/>
        </p:spPr>
        <p:txBody>
          <a:bodyPr wrap="square">
            <a:spAutoFit/>
          </a:bodyPr>
          <a:lstStyle/>
          <a:p>
            <a:r>
              <a:rPr lang="en-US" sz="2400" b="1" dirty="0">
                <a:solidFill>
                  <a:schemeClr val="accent5">
                    <a:lumMod val="50000"/>
                  </a:schemeClr>
                </a:solidFill>
                <a:latin typeface="Times New Roman" panose="02020603050405020304" pitchFamily="18" charset="0"/>
                <a:cs typeface="Times New Roman" panose="02020603050405020304" pitchFamily="18" charset="0"/>
              </a:rPr>
              <a:t>KDE of Sample Means (Revenue):</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distribution of sample means is approximately normal and more symmetric, demonstrating the Central Limit Theorem where averaging reduces skewness and stabilizes the distribution.</a:t>
            </a:r>
            <a:endParaRPr lang="en-IN"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70C2CF50-6D47-7C66-860B-DA054F8D04C4}"/>
              </a:ext>
            </a:extLst>
          </p:cNvPr>
          <p:cNvSpPr txBox="1">
            <a:spLocks noGrp="1" noRot="1" noMove="1" noResize="1" noEditPoints="1" noAdjustHandles="1" noChangeArrowheads="1" noChangeShapeType="1"/>
          </p:cNvSpPr>
          <p:nvPr/>
        </p:nvSpPr>
        <p:spPr>
          <a:xfrm>
            <a:off x="0" y="6504057"/>
            <a:ext cx="12191999" cy="353943"/>
          </a:xfrm>
          <a:prstGeom prst="rect">
            <a:avLst/>
          </a:prstGeom>
          <a:noFill/>
          <a:ln>
            <a:solidFill>
              <a:schemeClr val="tx1"/>
            </a:solidFill>
          </a:ln>
        </p:spPr>
        <p:txBody>
          <a:bodyPr wrap="square" rtlCol="0">
            <a:spAutoFit/>
          </a:bodyPr>
          <a:lstStyle/>
          <a:p>
            <a:pPr algn="ctr"/>
            <a:r>
              <a:rPr lang="en-US" sz="1700" b="1" dirty="0">
                <a:latin typeface="Times New Roman" panose="02020603050405020304" pitchFamily="18" charset="0"/>
                <a:cs typeface="Times New Roman" panose="02020603050405020304" pitchFamily="18" charset="0"/>
              </a:rPr>
              <a:t>These plots together confirm that even when raw data is skewed, the </a:t>
            </a:r>
            <a:r>
              <a:rPr lang="en-US" sz="1700" b="1" dirty="0">
                <a:highlight>
                  <a:srgbClr val="FFFF00"/>
                </a:highlight>
                <a:latin typeface="Times New Roman" panose="02020603050405020304" pitchFamily="18" charset="0"/>
                <a:cs typeface="Times New Roman" panose="02020603050405020304" pitchFamily="18" charset="0"/>
              </a:rPr>
              <a:t>sampling distribution of the mean tends toward normality.</a:t>
            </a:r>
            <a:endParaRPr lang="en-IN" sz="1700" b="1" dirty="0">
              <a:highlight>
                <a:srgbClr val="FFFF00"/>
              </a:highlight>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467745020"/>
      </p:ext>
    </p:extLst>
  </p:cSld>
  <p:clrMapOvr>
    <a:masterClrMapping/>
  </p:clrMapOvr>
  <mc:AlternateContent xmlns:mc="http://schemas.openxmlformats.org/markup-compatibility/2006" xmlns:p159="http://schemas.microsoft.com/office/powerpoint/2015/09/main">
    <mc:Choice Requires="p159">
      <p:transition spd="slow" advTm="7095">
        <p159:morph option="byObject"/>
      </p:transition>
    </mc:Choice>
    <mc:Fallback xmlns="">
      <p:transition spd="slow" advTm="709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fade">
                                      <p:cBhvr>
                                        <p:cTn id="18" dur="500"/>
                                        <p:tgtEl>
                                          <p:spTgt spid="20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P spid="25" grpId="0"/>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2F5A6E4A-A76F-C908-EA15-54F54C364F5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83D5F96-CA70-CE56-094D-5B3741D815DF}"/>
              </a:ext>
            </a:extLst>
          </p:cNvPr>
          <p:cNvSpPr>
            <a:spLocks noGrp="1" noRot="1" noMove="1" noResize="1" noEditPoints="1" noAdjustHandles="1" noChangeArrowheads="1" noChangeShapeType="1"/>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DD62256C-FFA7-9C1A-BD59-B52A6C1F2491}"/>
              </a:ext>
            </a:extLst>
          </p:cNvPr>
          <p:cNvSpPr txBox="1">
            <a:spLocks noGrp="1" noRot="1" noMove="1" noResize="1" noEditPoints="1" noAdjustHandles="1" noChangeArrowheads="1" noChangeShapeType="1"/>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306C42D9-C76A-B082-BC18-C171117F2D5F}"/>
              </a:ext>
            </a:extLst>
          </p:cNvPr>
          <p:cNvSpPr>
            <a:spLocks noGrp="1" noRot="1" noMove="1" noResize="1" noEditPoints="1" noAdjustHandles="1" noChangeArrowheads="1" noChangeShapeType="1"/>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22CED04-6AF8-D88B-AA50-A7AEB875CC99}"/>
              </a:ext>
            </a:extLst>
          </p:cNvPr>
          <p:cNvSpPr txBox="1">
            <a:spLocks noGrp="1" noRot="1" noMove="1" noResize="1" noEditPoints="1" noAdjustHandles="1" noChangeArrowheads="1" noChangeShapeType="1"/>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54189A2A-35CB-12FF-0EC8-5F26F2BAA181}"/>
              </a:ext>
            </a:extLst>
          </p:cNvPr>
          <p:cNvSpPr>
            <a:spLocks noGrp="1" noRot="1" noMove="1" noResize="1" noEditPoints="1" noAdjustHandles="1" noChangeArrowheads="1" noChangeShapeType="1"/>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0F446D46-7E0E-0A02-A1F6-BAEDB61E95CF}"/>
              </a:ext>
            </a:extLst>
          </p:cNvPr>
          <p:cNvSpPr txBox="1">
            <a:spLocks noGrp="1" noRot="1" noMove="1" noResize="1" noEditPoints="1" noAdjustHandles="1" noChangeArrowheads="1" noChangeShapeType="1"/>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99760FF9-3046-02D8-166F-7AE882D2C0A9}"/>
              </a:ext>
            </a:extLst>
          </p:cNvPr>
          <p:cNvSpPr>
            <a:spLocks noGrp="1" noRot="1" noMove="1" noResize="1" noEditPoints="1" noAdjustHandles="1" noChangeArrowheads="1" noChangeShapeType="1"/>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FFD90E2E-6BF5-308B-3E58-94509642165E}"/>
              </a:ext>
            </a:extLst>
          </p:cNvPr>
          <p:cNvSpPr txBox="1">
            <a:spLocks noGrp="1" noRot="1" noMove="1" noResize="1" noEditPoints="1" noAdjustHandles="1" noChangeArrowheads="1" noChangeShapeType="1"/>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13315627-48A3-8013-AFF1-37158EB9C271}"/>
              </a:ext>
            </a:extLst>
          </p:cNvPr>
          <p:cNvSpPr>
            <a:spLocks noGrp="1" noRot="1" noMove="1" noResize="1" noEditPoints="1" noAdjustHandles="1" noChangeArrowheads="1" noChangeShapeType="1"/>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39D80329-C010-4E24-9B14-8AAB275E96CD}"/>
              </a:ext>
            </a:extLst>
          </p:cNvPr>
          <p:cNvSpPr txBox="1">
            <a:spLocks noGrp="1" noRot="1" noMove="1" noResize="1" noEditPoints="1" noAdjustHandles="1" noChangeArrowheads="1" noChangeShapeType="1"/>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C0ADB486-8495-7EB1-7F31-4CDA9F045053}"/>
              </a:ext>
            </a:extLst>
          </p:cNvPr>
          <p:cNvSpPr>
            <a:spLocks noGrp="1" noRot="1" noMove="1" noResize="1" noEditPoints="1" noAdjustHandles="1" noChangeArrowheads="1" noChangeShapeType="1"/>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0FDACD8D-7B35-5C0F-988B-6840A8AB9FEA}"/>
              </a:ext>
            </a:extLst>
          </p:cNvPr>
          <p:cNvSpPr txBox="1">
            <a:spLocks noGrp="1" noRot="1" noMove="1" noResize="1" noEditPoints="1" noAdjustHandles="1" noChangeArrowheads="1" noChangeShapeType="1"/>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sp>
        <p:nvSpPr>
          <p:cNvPr id="7" name="TextBox 6">
            <a:extLst>
              <a:ext uri="{FF2B5EF4-FFF2-40B4-BE49-F238E27FC236}">
                <a16:creationId xmlns:a16="http://schemas.microsoft.com/office/drawing/2014/main" id="{B5BD6337-126D-722F-5B18-0EC13DD1364F}"/>
              </a:ext>
            </a:extLst>
          </p:cNvPr>
          <p:cNvSpPr txBox="1">
            <a:spLocks noGrp="1" noRot="1" noMove="1" noResize="1" noEditPoints="1" noAdjustHandles="1" noChangeArrowheads="1" noChangeShapeType="1"/>
          </p:cNvSpPr>
          <p:nvPr/>
        </p:nvSpPr>
        <p:spPr>
          <a:xfrm>
            <a:off x="1728495" y="882447"/>
            <a:ext cx="8735009" cy="1077218"/>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Linear Regression Model for Revenue Amount Prediction</a:t>
            </a:r>
          </a:p>
        </p:txBody>
      </p:sp>
      <p:pic>
        <p:nvPicPr>
          <p:cNvPr id="3074" name="Picture 2">
            <a:extLst>
              <a:ext uri="{FF2B5EF4-FFF2-40B4-BE49-F238E27FC236}">
                <a16:creationId xmlns:a16="http://schemas.microsoft.com/office/drawing/2014/main" id="{084A8A06-9B9C-46BC-E5DB-ADE7540C4CD1}"/>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656402" y="1971213"/>
            <a:ext cx="5415058" cy="48867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84BD192A-E5C1-D259-535B-1A0AA5E08CE6}"/>
              </a:ext>
            </a:extLst>
          </p:cNvPr>
          <p:cNvSpPr>
            <a:spLocks noGrp="1" noRot="1" noMove="1" noResize="1" noEditPoints="1" noAdjustHandles="1" noChangeArrowheads="1" noChangeShapeType="1"/>
          </p:cNvSpPr>
          <p:nvPr/>
        </p:nvSpPr>
        <p:spPr>
          <a:xfrm>
            <a:off x="7019925" y="3098126"/>
            <a:ext cx="4376738" cy="197524"/>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F929143-673E-A2AF-711E-2BAF437F261E}"/>
              </a:ext>
            </a:extLst>
          </p:cNvPr>
          <p:cNvSpPr>
            <a:spLocks noGrp="1" noRot="1" noMove="1" noResize="1" noEditPoints="1" noAdjustHandles="1" noChangeArrowheads="1" noChangeShapeType="1"/>
          </p:cNvSpPr>
          <p:nvPr/>
        </p:nvSpPr>
        <p:spPr>
          <a:xfrm rot="5400000">
            <a:off x="5420288" y="4697762"/>
            <a:ext cx="3388402" cy="189129"/>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A8FE8C4-D9FF-2878-A635-5144824D8FE2}"/>
              </a:ext>
            </a:extLst>
          </p:cNvPr>
          <p:cNvSpPr>
            <a:spLocks noGrp="1" noRot="1" noMove="1" noResize="1" noEditPoints="1" noAdjustHandles="1" noChangeArrowheads="1" noChangeShapeType="1"/>
          </p:cNvSpPr>
          <p:nvPr/>
        </p:nvSpPr>
        <p:spPr>
          <a:xfrm rot="5400000">
            <a:off x="6053700" y="4697763"/>
            <a:ext cx="3388402" cy="189129"/>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DFE81B37-E1B1-2F19-6802-D79E179571C2}"/>
              </a:ext>
            </a:extLst>
          </p:cNvPr>
          <p:cNvSpPr>
            <a:spLocks noGrp="1" noRot="1" noMove="1" noResize="1" noEditPoints="1" noAdjustHandles="1" noChangeArrowheads="1" noChangeShapeType="1"/>
          </p:cNvSpPr>
          <p:nvPr/>
        </p:nvSpPr>
        <p:spPr>
          <a:xfrm rot="5400000">
            <a:off x="7507797" y="4691468"/>
            <a:ext cx="3388402" cy="201719"/>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C63C0470-0878-FFB9-B12E-131655890D22}"/>
              </a:ext>
            </a:extLst>
          </p:cNvPr>
          <p:cNvSpPr>
            <a:spLocks noGrp="1" noRot="1" noMove="1" noResize="1" noEditPoints="1" noAdjustHandles="1" noChangeArrowheads="1" noChangeShapeType="1"/>
          </p:cNvSpPr>
          <p:nvPr/>
        </p:nvSpPr>
        <p:spPr>
          <a:xfrm rot="5400000">
            <a:off x="7306077" y="4691468"/>
            <a:ext cx="3388402" cy="201720"/>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84F1DE00-ADA4-D3DB-D7E7-F0940F6248A7}"/>
              </a:ext>
            </a:extLst>
          </p:cNvPr>
          <p:cNvSpPr>
            <a:spLocks noGrp="1" noRot="1" noMove="1" noResize="1" noEditPoints="1" noAdjustHandles="1" noChangeArrowheads="1" noChangeShapeType="1"/>
          </p:cNvSpPr>
          <p:nvPr/>
        </p:nvSpPr>
        <p:spPr>
          <a:xfrm rot="5400000">
            <a:off x="6676741" y="4691467"/>
            <a:ext cx="3388402" cy="201720"/>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Oval 27">
            <a:extLst>
              <a:ext uri="{FF2B5EF4-FFF2-40B4-BE49-F238E27FC236}">
                <a16:creationId xmlns:a16="http://schemas.microsoft.com/office/drawing/2014/main" id="{EC3A6952-D032-C600-DC09-75A5370376A8}"/>
              </a:ext>
            </a:extLst>
          </p:cNvPr>
          <p:cNvSpPr>
            <a:spLocks noGrp="1" noRot="1" noMove="1" noResize="1" noEditPoints="1" noAdjustHandles="1" noChangeArrowheads="1" noChangeShapeType="1"/>
          </p:cNvSpPr>
          <p:nvPr/>
        </p:nvSpPr>
        <p:spPr>
          <a:xfrm>
            <a:off x="6958173" y="3053642"/>
            <a:ext cx="333375"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7F4A58E3-577C-B051-C29C-D1C8C65A66DB}"/>
              </a:ext>
            </a:extLst>
          </p:cNvPr>
          <p:cNvSpPr>
            <a:spLocks noGrp="1" noRot="1" noMove="1" noResize="1" noEditPoints="1" noAdjustHandles="1" noChangeArrowheads="1" noChangeShapeType="1"/>
          </p:cNvSpPr>
          <p:nvPr/>
        </p:nvSpPr>
        <p:spPr>
          <a:xfrm>
            <a:off x="7581213" y="3053641"/>
            <a:ext cx="333375"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5E1B984-F720-A85E-7599-FD81CC8DDDA5}"/>
              </a:ext>
            </a:extLst>
          </p:cNvPr>
          <p:cNvSpPr>
            <a:spLocks noGrp="1" noRot="1" noMove="1" noResize="1" noEditPoints="1" noAdjustHandles="1" noChangeArrowheads="1" noChangeShapeType="1"/>
          </p:cNvSpPr>
          <p:nvPr/>
        </p:nvSpPr>
        <p:spPr>
          <a:xfrm>
            <a:off x="8204254" y="3053641"/>
            <a:ext cx="333375"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2152975D-B3D8-1939-B365-D9B2324E6CF4}"/>
              </a:ext>
            </a:extLst>
          </p:cNvPr>
          <p:cNvSpPr>
            <a:spLocks noGrp="1" noRot="1" noMove="1" noResize="1" noEditPoints="1" noAdjustHandles="1" noChangeArrowheads="1" noChangeShapeType="1"/>
          </p:cNvSpPr>
          <p:nvPr/>
        </p:nvSpPr>
        <p:spPr>
          <a:xfrm>
            <a:off x="8839399" y="3047573"/>
            <a:ext cx="514151"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7" name="TextBox 36">
            <a:extLst>
              <a:ext uri="{FF2B5EF4-FFF2-40B4-BE49-F238E27FC236}">
                <a16:creationId xmlns:a16="http://schemas.microsoft.com/office/drawing/2014/main" id="{51B5C517-C21F-A1AC-9A13-1FB760DF3C62}"/>
              </a:ext>
            </a:extLst>
          </p:cNvPr>
          <p:cNvSpPr txBox="1">
            <a:spLocks noGrp="1" noRot="1" noMove="1" noResize="1" noEditPoints="1" noAdjustHandles="1" noChangeArrowheads="1" noChangeShapeType="1"/>
          </p:cNvSpPr>
          <p:nvPr/>
        </p:nvSpPr>
        <p:spPr>
          <a:xfrm>
            <a:off x="345450" y="2020909"/>
            <a:ext cx="5765217" cy="646331"/>
          </a:xfrm>
          <a:prstGeom prst="rect">
            <a:avLst/>
          </a:prstGeom>
          <a:noFill/>
        </p:spPr>
        <p:txBody>
          <a:bodyPr wrap="square">
            <a:spAutoFit/>
          </a:bodyPr>
          <a:lstStyle/>
          <a:p>
            <a:pPr marL="285750" indent="-285750">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Based on correlation analysis and model testing, the top features for predicting player goals are:</a:t>
            </a:r>
            <a:r>
              <a:rPr lang="en-US"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401BA7B9-41CA-52E3-A6DC-748B8D4A0627}"/>
              </a:ext>
            </a:extLst>
          </p:cNvPr>
          <p:cNvSpPr txBox="1">
            <a:spLocks noGrp="1" noRot="1" noMove="1" noResize="1" noEditPoints="1" noAdjustHandles="1" noChangeArrowheads="1" noChangeShapeType="1"/>
          </p:cNvSpPr>
          <p:nvPr/>
        </p:nvSpPr>
        <p:spPr>
          <a:xfrm>
            <a:off x="1352192" y="2690336"/>
            <a:ext cx="1809531" cy="1477328"/>
          </a:xfrm>
          <a:prstGeom prst="rect">
            <a:avLst/>
          </a:prstGeom>
          <a:noFill/>
        </p:spPr>
        <p:txBody>
          <a:bodyPr wrap="square">
            <a:spAutoFit/>
          </a:bodyPr>
          <a:lstStyle/>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Budget</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Popularity</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Run Time</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Vote Average</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Vote Count</a:t>
            </a:r>
          </a:p>
        </p:txBody>
      </p:sp>
      <p:sp>
        <p:nvSpPr>
          <p:cNvPr id="42" name="TextBox 41">
            <a:extLst>
              <a:ext uri="{FF2B5EF4-FFF2-40B4-BE49-F238E27FC236}">
                <a16:creationId xmlns:a16="http://schemas.microsoft.com/office/drawing/2014/main" id="{540679D4-0D0F-AF67-C628-11E22553FAF1}"/>
              </a:ext>
            </a:extLst>
          </p:cNvPr>
          <p:cNvSpPr txBox="1">
            <a:spLocks noGrp="1" noRot="1" noMove="1" noResize="1" noEditPoints="1" noAdjustHandles="1" noChangeArrowheads="1" noChangeShapeType="1"/>
          </p:cNvSpPr>
          <p:nvPr/>
        </p:nvSpPr>
        <p:spPr>
          <a:xfrm>
            <a:off x="345450" y="4240306"/>
            <a:ext cx="5021024" cy="369332"/>
          </a:xfrm>
          <a:prstGeom prst="rect">
            <a:avLst/>
          </a:prstGeom>
          <a:noFill/>
        </p:spPr>
        <p:txBody>
          <a:bodyPr wrap="square">
            <a:spAutoFit/>
          </a:bodyPr>
          <a:lstStyle/>
          <a:p>
            <a:pPr marL="342900" indent="-342900">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Building and Testing the Predictive Model :</a:t>
            </a:r>
            <a:endParaRPr lang="en-IN" sz="1800" b="1" dirty="0">
              <a:solidFill>
                <a:schemeClr val="tx1"/>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25D7F15C-9CB2-DFE9-A769-9B127639EFCC}"/>
              </a:ext>
            </a:extLst>
          </p:cNvPr>
          <p:cNvSpPr txBox="1">
            <a:spLocks noGrp="1" noRot="1" noMove="1" noResize="1" noEditPoints="1" noAdjustHandles="1" noChangeArrowheads="1" noChangeShapeType="1"/>
          </p:cNvSpPr>
          <p:nvPr/>
        </p:nvSpPr>
        <p:spPr>
          <a:xfrm>
            <a:off x="879358" y="4609638"/>
            <a:ext cx="5595283" cy="1923604"/>
          </a:xfrm>
          <a:prstGeom prst="rect">
            <a:avLst/>
          </a:prstGeom>
          <a:noFill/>
        </p:spPr>
        <p:txBody>
          <a:bodyPr wrap="square">
            <a:spAutoFit/>
          </a:bodyPr>
          <a:lstStyle/>
          <a:p>
            <a:pPr marL="800100" lvl="1" indent="-342900">
              <a:buFont typeface="Wingdings" panose="05000000000000000000" pitchFamily="2" charset="2"/>
              <a:buChar char="v"/>
            </a:pPr>
            <a:r>
              <a:rPr lang="en-US" sz="1700" b="1" dirty="0">
                <a:solidFill>
                  <a:schemeClr val="tx1">
                    <a:lumMod val="95000"/>
                    <a:lumOff val="5000"/>
                  </a:schemeClr>
                </a:solidFill>
              </a:rPr>
              <a:t>Model Performance:</a:t>
            </a:r>
          </a:p>
          <a:p>
            <a:pPr marL="1257300" lvl="2" indent="-342900">
              <a:buFont typeface="Wingdings" panose="05000000000000000000" pitchFamily="2" charset="2"/>
              <a:buChar char="Ø"/>
            </a:pPr>
            <a:r>
              <a:rPr lang="en-US" sz="1700" b="1" dirty="0">
                <a:solidFill>
                  <a:schemeClr val="tx1"/>
                </a:solidFill>
              </a:rPr>
              <a:t>Mean Absolute Error (MAE): </a:t>
            </a:r>
            <a:r>
              <a:rPr lang="en-US" sz="1700" b="1" dirty="0">
                <a:solidFill>
                  <a:srgbClr val="FF0000"/>
                </a:solidFill>
              </a:rPr>
              <a:t>0.28</a:t>
            </a:r>
            <a:endParaRPr lang="en-US" sz="1700" b="1" dirty="0">
              <a:solidFill>
                <a:schemeClr val="tx1">
                  <a:lumMod val="95000"/>
                  <a:lumOff val="5000"/>
                </a:schemeClr>
              </a:solidFill>
            </a:endParaRPr>
          </a:p>
          <a:p>
            <a:pPr marL="1257300" lvl="2" indent="-342900">
              <a:buFont typeface="Wingdings" panose="05000000000000000000" pitchFamily="2" charset="2"/>
              <a:buChar char="Ø"/>
            </a:pPr>
            <a:r>
              <a:rPr lang="en-US" sz="1700" b="1" dirty="0">
                <a:solidFill>
                  <a:schemeClr val="tx1"/>
                </a:solidFill>
              </a:rPr>
              <a:t>Mean Squared Error (MSE): </a:t>
            </a:r>
            <a:r>
              <a:rPr lang="en-US" sz="1700" b="1" dirty="0">
                <a:solidFill>
                  <a:srgbClr val="FF0000"/>
                </a:solidFill>
              </a:rPr>
              <a:t>0.31</a:t>
            </a:r>
            <a:r>
              <a:rPr lang="en-US" sz="1700" b="1" dirty="0">
                <a:solidFill>
                  <a:schemeClr val="tx1"/>
                </a:solidFill>
              </a:rPr>
              <a:t> </a:t>
            </a:r>
            <a:endParaRPr lang="en-US" sz="1700" b="1" dirty="0">
              <a:solidFill>
                <a:schemeClr val="tx1">
                  <a:lumMod val="95000"/>
                  <a:lumOff val="5000"/>
                </a:schemeClr>
              </a:solidFill>
            </a:endParaRPr>
          </a:p>
          <a:p>
            <a:pPr marL="1257300" lvl="2" indent="-342900">
              <a:buFont typeface="Wingdings" panose="05000000000000000000" pitchFamily="2" charset="2"/>
              <a:buChar char="Ø"/>
            </a:pPr>
            <a:r>
              <a:rPr lang="en-US" sz="1700" b="1" dirty="0">
                <a:solidFill>
                  <a:schemeClr val="tx1"/>
                </a:solidFill>
              </a:rPr>
              <a:t>R2 Score: </a:t>
            </a:r>
            <a:r>
              <a:rPr lang="en-US" sz="1700" b="1" dirty="0">
                <a:solidFill>
                  <a:srgbClr val="FF0000"/>
                </a:solidFill>
              </a:rPr>
              <a:t>0.71</a:t>
            </a:r>
            <a:endParaRPr lang="en-US" sz="1700" b="1" dirty="0">
              <a:solidFill>
                <a:schemeClr val="tx1"/>
              </a:solidFill>
            </a:endParaRPr>
          </a:p>
          <a:p>
            <a:pPr marL="1257300" lvl="2" indent="-342900">
              <a:buFont typeface="Wingdings" panose="05000000000000000000" pitchFamily="2" charset="2"/>
              <a:buChar char="Ø"/>
            </a:pPr>
            <a:r>
              <a:rPr lang="en-US" sz="1700" b="1" dirty="0">
                <a:solidFill>
                  <a:schemeClr val="tx1"/>
                </a:solidFill>
              </a:rPr>
              <a:t>RMSE: </a:t>
            </a:r>
            <a:r>
              <a:rPr lang="en-US" sz="1700" b="1" dirty="0">
                <a:solidFill>
                  <a:srgbClr val="FF0000"/>
                </a:solidFill>
              </a:rPr>
              <a:t>0.56 </a:t>
            </a:r>
            <a:endParaRPr lang="en-US" sz="1700" b="1" dirty="0">
              <a:solidFill>
                <a:schemeClr val="tx1">
                  <a:lumMod val="95000"/>
                  <a:lumOff val="5000"/>
                </a:schemeClr>
              </a:solidFill>
            </a:endParaRPr>
          </a:p>
          <a:p>
            <a:pPr marL="800100" lvl="1" indent="-342900">
              <a:buFont typeface="Wingdings" panose="05000000000000000000" pitchFamily="2" charset="2"/>
              <a:buChar char="v"/>
            </a:pPr>
            <a:r>
              <a:rPr lang="en-US" sz="1700" b="1" dirty="0">
                <a:solidFill>
                  <a:schemeClr val="tx1">
                    <a:lumMod val="95000"/>
                    <a:lumOff val="5000"/>
                  </a:schemeClr>
                </a:solidFill>
              </a:rPr>
              <a:t>These scores show the model predicts well and can be trusted for analysis.</a:t>
            </a:r>
            <a:endParaRPr lang="en-US" b="1" dirty="0">
              <a:solidFill>
                <a:srgbClr val="0033CC"/>
              </a:solidFill>
            </a:endParaRPr>
          </a:p>
        </p:txBody>
      </p:sp>
      <p:sp>
        <p:nvSpPr>
          <p:cNvPr id="45" name="TextBox 44">
            <a:extLst>
              <a:ext uri="{FF2B5EF4-FFF2-40B4-BE49-F238E27FC236}">
                <a16:creationId xmlns:a16="http://schemas.microsoft.com/office/drawing/2014/main" id="{9992134C-F4B5-36F9-C3C6-740A450A6973}"/>
              </a:ext>
            </a:extLst>
          </p:cNvPr>
          <p:cNvSpPr txBox="1">
            <a:spLocks noGrp="1" noRot="1" noMove="1" noResize="1" noEditPoints="1" noAdjustHandles="1" noChangeArrowheads="1" noChangeShapeType="1"/>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Tree>
    <p:custDataLst>
      <p:tags r:id="rId1"/>
    </p:custDataLst>
    <p:extLst>
      <p:ext uri="{BB962C8B-B14F-4D97-AF65-F5344CB8AC3E}">
        <p14:creationId xmlns:p14="http://schemas.microsoft.com/office/powerpoint/2010/main" val="2852305859"/>
      </p:ext>
    </p:extLst>
  </p:cSld>
  <p:clrMapOvr>
    <a:masterClrMapping/>
  </p:clrMapOvr>
  <mc:AlternateContent xmlns:mc="http://schemas.openxmlformats.org/markup-compatibility/2006" xmlns:p159="http://schemas.microsoft.com/office/powerpoint/2015/09/main">
    <mc:Choice Requires="p159">
      <p:transition spd="slow" advTm="4721">
        <p159:morph option="byObject"/>
      </p:transition>
    </mc:Choice>
    <mc:Fallback xmlns="">
      <p:transition spd="slow" advTm="472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fade">
                                      <p:cBhvr>
                                        <p:cTn id="18" dur="500"/>
                                        <p:tgtEl>
                                          <p:spTgt spid="307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500"/>
                                        <p:tgtEl>
                                          <p:spTgt spid="4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20" grpId="0" animBg="1"/>
      <p:bldP spid="24" grpId="0" animBg="1"/>
      <p:bldP spid="25" grpId="0" animBg="1"/>
      <p:bldP spid="28" grpId="0" animBg="1"/>
      <p:bldP spid="29" grpId="0" animBg="1"/>
      <p:bldP spid="30" grpId="0" animBg="1"/>
      <p:bldP spid="31" grpId="0" animBg="1"/>
      <p:bldP spid="37" grpId="0"/>
      <p:bldP spid="38" grpId="0"/>
      <p:bldP spid="42" grpId="0"/>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8F7BFF69-1EFC-9271-4C99-C9CF31459B6F}"/>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CECC50BC-E2E2-E5BC-1BEB-12ED1E44A6C5}"/>
              </a:ext>
            </a:extLst>
          </p:cNvPr>
          <p:cNvSpPr>
            <a:spLocks/>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9D476A2-1453-D6A7-5E20-92AE049B1670}"/>
              </a:ext>
            </a:extLst>
          </p:cNvPr>
          <p:cNvSpPr txBox="1">
            <a:spLocks/>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EEBC71B7-F8E3-A20B-0932-9BAC0F60CE66}"/>
              </a:ext>
            </a:extLst>
          </p:cNvPr>
          <p:cNvSpPr>
            <a:spLocks/>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4150D00F-38B4-3FC5-053F-061DE1B7D444}"/>
              </a:ext>
            </a:extLst>
          </p:cNvPr>
          <p:cNvSpPr txBox="1">
            <a:spLocks/>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402608BD-A85F-C557-F659-3D9A197CD058}"/>
              </a:ext>
            </a:extLst>
          </p:cNvPr>
          <p:cNvSpPr>
            <a:spLocks/>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EFEF51B-2101-438F-5F73-F9ACA0BA6E4F}"/>
              </a:ext>
            </a:extLst>
          </p:cNvPr>
          <p:cNvSpPr txBox="1">
            <a:spLocks/>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51B7C65F-87F6-8AC6-C081-28F7D778B38A}"/>
              </a:ext>
            </a:extLst>
          </p:cNvPr>
          <p:cNvSpPr>
            <a:spLocks/>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FD746B2A-9ECA-4C72-8676-A3DBEB809A5E}"/>
              </a:ext>
            </a:extLst>
          </p:cNvPr>
          <p:cNvSpPr txBox="1">
            <a:spLocks/>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48249537-049B-F659-1298-AFCBDE8CBE7F}"/>
              </a:ext>
            </a:extLst>
          </p:cNvPr>
          <p:cNvSpPr>
            <a:spLocks/>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172BAD92-3E4E-814F-1A73-FE05B4D8B48E}"/>
              </a:ext>
            </a:extLst>
          </p:cNvPr>
          <p:cNvSpPr txBox="1">
            <a:spLocks/>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8C7E5CB1-D5E1-0E09-E868-D5665242BA28}"/>
              </a:ext>
            </a:extLst>
          </p:cNvPr>
          <p:cNvSpPr>
            <a:spLocks/>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5D376DCD-3B56-EF78-12DB-F4C094009ECF}"/>
              </a:ext>
            </a:extLst>
          </p:cNvPr>
          <p:cNvSpPr txBox="1">
            <a:spLocks/>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sp>
        <p:nvSpPr>
          <p:cNvPr id="7" name="TextBox 6">
            <a:extLst>
              <a:ext uri="{FF2B5EF4-FFF2-40B4-BE49-F238E27FC236}">
                <a16:creationId xmlns:a16="http://schemas.microsoft.com/office/drawing/2014/main" id="{BE199BCE-6A5A-AE7A-FAB5-DA6ECCF77465}"/>
              </a:ext>
            </a:extLst>
          </p:cNvPr>
          <p:cNvSpPr txBox="1">
            <a:spLocks/>
          </p:cNvSpPr>
          <p:nvPr/>
        </p:nvSpPr>
        <p:spPr>
          <a:xfrm>
            <a:off x="2180640" y="893996"/>
            <a:ext cx="8735009" cy="584775"/>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Residual plot &amp; Actual vs Predicted Revenue :</a:t>
            </a:r>
          </a:p>
        </p:txBody>
      </p:sp>
      <p:pic>
        <p:nvPicPr>
          <p:cNvPr id="4098" name="Picture 2">
            <a:extLst>
              <a:ext uri="{FF2B5EF4-FFF2-40B4-BE49-F238E27FC236}">
                <a16:creationId xmlns:a16="http://schemas.microsoft.com/office/drawing/2014/main" id="{E8E45173-E3B0-25BE-5A79-6F7D67962E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852" y="1432760"/>
            <a:ext cx="4691281" cy="318653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6D631D7-8E79-91EA-10C0-D39375944E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4565" y="1438438"/>
            <a:ext cx="4707951" cy="3249736"/>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2F102A39-A26A-0704-B04B-02375556F64E}"/>
              </a:ext>
            </a:extLst>
          </p:cNvPr>
          <p:cNvSpPr txBox="1"/>
          <p:nvPr/>
        </p:nvSpPr>
        <p:spPr>
          <a:xfrm>
            <a:off x="80894" y="4644117"/>
            <a:ext cx="6296949" cy="1569660"/>
          </a:xfrm>
          <a:prstGeom prst="rect">
            <a:avLst/>
          </a:prstGeom>
          <a:noFill/>
        </p:spPr>
        <p:txBody>
          <a:bodyPr wrap="square">
            <a:spAutoFit/>
          </a:bodyPr>
          <a:lstStyle/>
          <a:p>
            <a:r>
              <a:rPr lang="en-US" sz="2400" b="1" dirty="0">
                <a:solidFill>
                  <a:srgbClr val="002060"/>
                </a:solidFill>
              </a:rPr>
              <a:t>Residual Plot:</a:t>
            </a:r>
            <a:br>
              <a:rPr lang="en-US" b="1" dirty="0"/>
            </a:br>
            <a:br>
              <a:rPr lang="en-US" dirty="0"/>
            </a:br>
            <a:r>
              <a:rPr lang="en-US" dirty="0"/>
              <a:t>The residuals are randomly scattered around the zero line, indicating that the model does not show strong bias and fits the data reasonably well, though a few outliers are present.</a:t>
            </a:r>
            <a:endParaRPr lang="en-IN" dirty="0"/>
          </a:p>
        </p:txBody>
      </p:sp>
      <p:sp>
        <p:nvSpPr>
          <p:cNvPr id="46" name="TextBox 45">
            <a:extLst>
              <a:ext uri="{FF2B5EF4-FFF2-40B4-BE49-F238E27FC236}">
                <a16:creationId xmlns:a16="http://schemas.microsoft.com/office/drawing/2014/main" id="{CEC31CD9-88B0-FDC9-7C98-56AF9F75A376}"/>
              </a:ext>
            </a:extLst>
          </p:cNvPr>
          <p:cNvSpPr txBox="1"/>
          <p:nvPr/>
        </p:nvSpPr>
        <p:spPr>
          <a:xfrm>
            <a:off x="6156020" y="4644117"/>
            <a:ext cx="5781840" cy="1569660"/>
          </a:xfrm>
          <a:prstGeom prst="rect">
            <a:avLst/>
          </a:prstGeom>
          <a:noFill/>
        </p:spPr>
        <p:txBody>
          <a:bodyPr wrap="square">
            <a:spAutoFit/>
          </a:bodyPr>
          <a:lstStyle/>
          <a:p>
            <a:r>
              <a:rPr lang="en-US" sz="2400" b="1" dirty="0">
                <a:solidFill>
                  <a:srgbClr val="002060"/>
                </a:solidFill>
              </a:rPr>
              <a:t>Actual vs Predicted Revenue:</a:t>
            </a:r>
            <a:br>
              <a:rPr lang="en-US" sz="2400" b="1" dirty="0">
                <a:solidFill>
                  <a:srgbClr val="002060"/>
                </a:solidFill>
              </a:rPr>
            </a:br>
            <a:br>
              <a:rPr lang="en-US" dirty="0"/>
            </a:br>
            <a:r>
              <a:rPr lang="en-US" dirty="0"/>
              <a:t>Most points lie close to the diagonal reference line, showing a good alignment between actual and predicted revenue, with some deviations at higher revenue values.</a:t>
            </a:r>
          </a:p>
        </p:txBody>
      </p:sp>
      <p:cxnSp>
        <p:nvCxnSpPr>
          <p:cNvPr id="48" name="Straight Connector 47">
            <a:extLst>
              <a:ext uri="{FF2B5EF4-FFF2-40B4-BE49-F238E27FC236}">
                <a16:creationId xmlns:a16="http://schemas.microsoft.com/office/drawing/2014/main" id="{517E605C-40FA-0BC2-5F84-558B512A5594}"/>
              </a:ext>
            </a:extLst>
          </p:cNvPr>
          <p:cNvCxnSpPr>
            <a:cxnSpLocks/>
            <a:endCxn id="49" idx="0"/>
          </p:cNvCxnSpPr>
          <p:nvPr/>
        </p:nvCxnSpPr>
        <p:spPr>
          <a:xfrm flipH="1">
            <a:off x="6040210" y="1492716"/>
            <a:ext cx="2" cy="4721061"/>
          </a:xfrm>
          <a:prstGeom prst="line">
            <a:avLst/>
          </a:prstGeom>
        </p:spPr>
        <p:style>
          <a:lnRef idx="2">
            <a:schemeClr val="accent1"/>
          </a:lnRef>
          <a:fillRef idx="0">
            <a:schemeClr val="accent1"/>
          </a:fillRef>
          <a:effectRef idx="1">
            <a:schemeClr val="accent1"/>
          </a:effectRef>
          <a:fontRef idx="minor">
            <a:schemeClr val="tx1"/>
          </a:fontRef>
        </p:style>
      </p:cxnSp>
      <p:sp>
        <p:nvSpPr>
          <p:cNvPr id="49" name="Text Placeholder 2">
            <a:extLst>
              <a:ext uri="{FF2B5EF4-FFF2-40B4-BE49-F238E27FC236}">
                <a16:creationId xmlns:a16="http://schemas.microsoft.com/office/drawing/2014/main" id="{6628DF88-D7B5-6B42-C289-41E6BEFF9AB9}"/>
              </a:ext>
            </a:extLst>
          </p:cNvPr>
          <p:cNvSpPr txBox="1"/>
          <p:nvPr/>
        </p:nvSpPr>
        <p:spPr>
          <a:xfrm>
            <a:off x="249009" y="6213777"/>
            <a:ext cx="11582401" cy="534563"/>
          </a:xfrm>
          <a:prstGeom prst="rect">
            <a:avLst/>
          </a:prstGeom>
          <a:ln>
            <a:solidFill>
              <a:srgbClr val="002060"/>
            </a:solidFill>
          </a:ln>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lnSpc>
                <a:spcPct val="150000"/>
              </a:lnSpc>
            </a:pPr>
            <a:r>
              <a:rPr lang="en-US" sz="2000" dirty="0">
                <a:solidFill>
                  <a:schemeClr val="tx1"/>
                </a:solidFill>
                <a:latin typeface="Times New Roman" panose="02020603050405020304" pitchFamily="18" charset="0"/>
                <a:cs typeface="Times New Roman" panose="02020603050405020304" pitchFamily="18" charset="0"/>
              </a:rPr>
              <a:t>Overall, both charts show our model predicts goals well and the errors are random, which means our model is good.</a:t>
            </a:r>
          </a:p>
        </p:txBody>
      </p:sp>
      <p:sp>
        <p:nvSpPr>
          <p:cNvPr id="51" name="TextBox 50">
            <a:extLst>
              <a:ext uri="{FF2B5EF4-FFF2-40B4-BE49-F238E27FC236}">
                <a16:creationId xmlns:a16="http://schemas.microsoft.com/office/drawing/2014/main" id="{E13AAAB1-9667-BB9D-F2FC-A6C60E699B80}"/>
              </a:ext>
            </a:extLst>
          </p:cNvPr>
          <p:cNvSpPr txBox="1">
            <a:spLocks/>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1. Revenue &amp; Financial Performance Analysis</a:t>
            </a:r>
          </a:p>
        </p:txBody>
      </p:sp>
    </p:spTree>
    <p:custDataLst>
      <p:tags r:id="rId1"/>
    </p:custDataLst>
    <p:extLst>
      <p:ext uri="{BB962C8B-B14F-4D97-AF65-F5344CB8AC3E}">
        <p14:creationId xmlns:p14="http://schemas.microsoft.com/office/powerpoint/2010/main" val="1057859862"/>
      </p:ext>
    </p:extLst>
  </p:cSld>
  <p:clrMapOvr>
    <a:masterClrMapping/>
  </p:clrMapOvr>
  <mc:AlternateContent xmlns:mc="http://schemas.openxmlformats.org/markup-compatibility/2006" xmlns:p159="http://schemas.microsoft.com/office/powerpoint/2015/09/main">
    <mc:Choice Requires="p159">
      <p:transition spd="slow" advTm="5458">
        <p159:morph option="byObject"/>
      </p:transition>
    </mc:Choice>
    <mc:Fallback xmlns="">
      <p:transition spd="slow" advTm="545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par>
                                <p:cTn id="8" presetID="10" presetClass="entr" presetSubtype="0" fill="hold" nodeType="withEffect">
                                  <p:stCondLst>
                                    <p:cond delay="0"/>
                                  </p:stCondLst>
                                  <p:childTnLst>
                                    <p:set>
                                      <p:cBhvr>
                                        <p:cTn id="9" dur="1" fill="hold">
                                          <p:stCondLst>
                                            <p:cond delay="0"/>
                                          </p:stCondLst>
                                        </p:cTn>
                                        <p:tgtEl>
                                          <p:spTgt spid="4100"/>
                                        </p:tgtEl>
                                        <p:attrNameLst>
                                          <p:attrName>style.visibility</p:attrName>
                                        </p:attrNameLst>
                                      </p:cBhvr>
                                      <p:to>
                                        <p:strVal val="visible"/>
                                      </p:to>
                                    </p:set>
                                    <p:animEffect transition="in" filter="fade">
                                      <p:cBhvr>
                                        <p:cTn id="10" dur="500"/>
                                        <p:tgtEl>
                                          <p:spTgt spid="4100"/>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6" grpId="0"/>
      <p:bldP spid="4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
            <a:lum/>
          </a:blip>
          <a:srcRect/>
          <a:stretch>
            <a:fillRect/>
          </a:stretch>
        </a:blipFill>
        <a:effectLst/>
      </p:bgPr>
    </p:bg>
    <p:spTree>
      <p:nvGrpSpPr>
        <p:cNvPr id="1" name="">
          <a:extLst>
            <a:ext uri="{FF2B5EF4-FFF2-40B4-BE49-F238E27FC236}">
              <a16:creationId xmlns:a16="http://schemas.microsoft.com/office/drawing/2014/main" id="{344C4250-B84C-C4ED-A158-25B27E36B3DC}"/>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50F36621-C5FC-5EA9-6DDB-94E794D61E83}"/>
              </a:ext>
            </a:extLst>
          </p:cNvPr>
          <p:cNvSpPr>
            <a:spLocks/>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62810BF4-A228-B2AE-D32A-907C3ED598EC}"/>
              </a:ext>
            </a:extLst>
          </p:cNvPr>
          <p:cNvSpPr txBox="1">
            <a:spLocks/>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EAB378C4-852A-1C69-F74D-AF42BE338CFB}"/>
              </a:ext>
            </a:extLst>
          </p:cNvPr>
          <p:cNvSpPr>
            <a:spLocks/>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F371DC2E-6E5C-E05A-F95B-5AE776FD11BD}"/>
              </a:ext>
            </a:extLst>
          </p:cNvPr>
          <p:cNvSpPr txBox="1">
            <a:spLocks/>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481D0E94-776D-C2EC-33F7-443C5A816B25}"/>
              </a:ext>
            </a:extLst>
          </p:cNvPr>
          <p:cNvSpPr>
            <a:spLocks/>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705D202-374C-9020-E537-A2BA92372697}"/>
              </a:ext>
            </a:extLst>
          </p:cNvPr>
          <p:cNvSpPr txBox="1">
            <a:spLocks/>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D8157F50-49D2-8074-B5AA-E1E1FEDF36F9}"/>
              </a:ext>
            </a:extLst>
          </p:cNvPr>
          <p:cNvSpPr>
            <a:spLocks/>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4DB4052E-527D-D555-2430-431B7429AC1A}"/>
              </a:ext>
            </a:extLst>
          </p:cNvPr>
          <p:cNvSpPr txBox="1">
            <a:spLocks/>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3485EDE9-B018-84FD-EC7C-E1FFA8E30AB5}"/>
              </a:ext>
            </a:extLst>
          </p:cNvPr>
          <p:cNvSpPr>
            <a:spLocks/>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C677C3F6-C973-8198-BFFF-868B03C72FBD}"/>
              </a:ext>
            </a:extLst>
          </p:cNvPr>
          <p:cNvSpPr txBox="1">
            <a:spLocks/>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A0EBE529-134B-63C6-9EC4-0577B435B155}"/>
              </a:ext>
            </a:extLst>
          </p:cNvPr>
          <p:cNvSpPr>
            <a:spLocks/>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E419B7F1-E55C-2CCF-6EC6-DA81BB4A73F3}"/>
              </a:ext>
            </a:extLst>
          </p:cNvPr>
          <p:cNvSpPr txBox="1">
            <a:spLocks/>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pic>
        <p:nvPicPr>
          <p:cNvPr id="6" name="Picture 5" descr="A screenshot of a computer&#10;&#10;AI-generated content may be incorrect.">
            <a:extLst>
              <a:ext uri="{FF2B5EF4-FFF2-40B4-BE49-F238E27FC236}">
                <a16:creationId xmlns:a16="http://schemas.microsoft.com/office/drawing/2014/main" id="{8CE1E0FE-6D3F-366E-9C58-EC5E1FDFB97B}"/>
              </a:ext>
            </a:extLst>
          </p:cNvPr>
          <p:cNvPicPr>
            <a:picLocks noChangeAspect="1"/>
          </p:cNvPicPr>
          <p:nvPr/>
        </p:nvPicPr>
        <p:blipFill>
          <a:blip r:embed="rId3"/>
          <a:stretch>
            <a:fillRect/>
          </a:stretch>
        </p:blipFill>
        <p:spPr>
          <a:xfrm>
            <a:off x="-3489" y="-5976"/>
            <a:ext cx="12203702" cy="6863976"/>
          </a:xfrm>
          <a:prstGeom prst="rect">
            <a:avLst/>
          </a:prstGeom>
        </p:spPr>
      </p:pic>
    </p:spTree>
    <p:extLst>
      <p:ext uri="{BB962C8B-B14F-4D97-AF65-F5344CB8AC3E}">
        <p14:creationId xmlns:p14="http://schemas.microsoft.com/office/powerpoint/2010/main" val="1750110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15">
        <p159:morph option="byObject"/>
      </p:transition>
    </mc:Choice>
    <mc:Fallback xmlns="">
      <p:transition spd="slow" advTm="3015">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D2634FFE-D56C-A610-3DDF-C65CE89753BC}"/>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9CE6BCD-CD75-08EA-65B7-8D30F2232EA7}"/>
              </a:ext>
            </a:extLst>
          </p:cNvPr>
          <p:cNvSpPr>
            <a:spLocks/>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998F88F9-E6FC-E7D9-D590-413AFAD3DB17}"/>
              </a:ext>
            </a:extLst>
          </p:cNvPr>
          <p:cNvSpPr txBox="1">
            <a:spLocks/>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4E344739-5616-5F9B-8549-E62AAC332771}"/>
              </a:ext>
            </a:extLst>
          </p:cNvPr>
          <p:cNvSpPr>
            <a:spLocks/>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F79F05C1-64D9-C6A4-ECD0-EFF1598D82FD}"/>
              </a:ext>
            </a:extLst>
          </p:cNvPr>
          <p:cNvSpPr txBox="1">
            <a:spLocks/>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09A78B49-EFF5-CFF7-C335-1342CB4569E7}"/>
              </a:ext>
            </a:extLst>
          </p:cNvPr>
          <p:cNvSpPr>
            <a:spLocks/>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A82D370-8EAD-70C8-8D41-2F5A4F58F96F}"/>
              </a:ext>
            </a:extLst>
          </p:cNvPr>
          <p:cNvSpPr txBox="1">
            <a:spLocks/>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938A51AC-7E32-71D1-087B-BBDD6851D869}"/>
              </a:ext>
            </a:extLst>
          </p:cNvPr>
          <p:cNvSpPr>
            <a:spLocks/>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13F0A91E-4978-C042-AE0A-137C1A073E1F}"/>
              </a:ext>
            </a:extLst>
          </p:cNvPr>
          <p:cNvSpPr txBox="1">
            <a:spLocks/>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623A4D1E-466F-D1B9-0281-82BE3A2606B9}"/>
              </a:ext>
            </a:extLst>
          </p:cNvPr>
          <p:cNvSpPr>
            <a:spLocks/>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2B205913-85FA-904A-4B76-BC30F7024FCF}"/>
              </a:ext>
            </a:extLst>
          </p:cNvPr>
          <p:cNvSpPr txBox="1">
            <a:spLocks/>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D5623682-CCB1-8528-9909-17012B5FA78D}"/>
              </a:ext>
            </a:extLst>
          </p:cNvPr>
          <p:cNvSpPr>
            <a:spLocks/>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8934C670-3BD5-6272-497A-D714BEFDAC3F}"/>
              </a:ext>
            </a:extLst>
          </p:cNvPr>
          <p:cNvSpPr txBox="1">
            <a:spLocks/>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sp>
        <p:nvSpPr>
          <p:cNvPr id="51" name="TextBox 50">
            <a:extLst>
              <a:ext uri="{FF2B5EF4-FFF2-40B4-BE49-F238E27FC236}">
                <a16:creationId xmlns:a16="http://schemas.microsoft.com/office/drawing/2014/main" id="{0987AC74-81C9-A501-8FDF-D1FDD33F03A8}"/>
              </a:ext>
            </a:extLst>
          </p:cNvPr>
          <p:cNvSpPr txBox="1">
            <a:spLocks/>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2. Audience &amp; Rating Analysis</a:t>
            </a:r>
          </a:p>
        </p:txBody>
      </p:sp>
      <p:sp>
        <p:nvSpPr>
          <p:cNvPr id="8" name="TextBox 7">
            <a:extLst>
              <a:ext uri="{FF2B5EF4-FFF2-40B4-BE49-F238E27FC236}">
                <a16:creationId xmlns:a16="http://schemas.microsoft.com/office/drawing/2014/main" id="{33CEA57A-3FEC-8CFE-1BCE-D955F38C5E5A}"/>
              </a:ext>
            </a:extLst>
          </p:cNvPr>
          <p:cNvSpPr txBox="1">
            <a:spLocks/>
          </p:cNvSpPr>
          <p:nvPr/>
        </p:nvSpPr>
        <p:spPr>
          <a:xfrm>
            <a:off x="1728495" y="844301"/>
            <a:ext cx="8735009" cy="584775"/>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Probability Analysis – Movie Performance</a:t>
            </a:r>
          </a:p>
        </p:txBody>
      </p:sp>
      <p:graphicFrame>
        <p:nvGraphicFramePr>
          <p:cNvPr id="20" name="Table 19">
            <a:extLst>
              <a:ext uri="{FF2B5EF4-FFF2-40B4-BE49-F238E27FC236}">
                <a16:creationId xmlns:a16="http://schemas.microsoft.com/office/drawing/2014/main" id="{244AB650-1EA4-BE85-C72B-38752343F16C}"/>
              </a:ext>
            </a:extLst>
          </p:cNvPr>
          <p:cNvGraphicFramePr>
            <a:graphicFrameLocks noGrp="1"/>
          </p:cNvGraphicFramePr>
          <p:nvPr>
            <p:extLst>
              <p:ext uri="{D42A27DB-BD31-4B8C-83A1-F6EECF244321}">
                <p14:modId xmlns:p14="http://schemas.microsoft.com/office/powerpoint/2010/main" val="4124905921"/>
              </p:ext>
            </p:extLst>
          </p:nvPr>
        </p:nvGraphicFramePr>
        <p:xfrm>
          <a:off x="1247775" y="1521409"/>
          <a:ext cx="9696450" cy="3816808"/>
        </p:xfrm>
        <a:graphic>
          <a:graphicData uri="http://schemas.openxmlformats.org/drawingml/2006/table">
            <a:tbl>
              <a:tblPr firstRow="1" bandRow="1">
                <a:tableStyleId>{BDBED569-4797-4DF1-A0F4-6AAB3CD982D8}</a:tableStyleId>
              </a:tblPr>
              <a:tblGrid>
                <a:gridCol w="3006524">
                  <a:extLst>
                    <a:ext uri="{9D8B030D-6E8A-4147-A177-3AD203B41FA5}">
                      <a16:colId xmlns:a16="http://schemas.microsoft.com/office/drawing/2014/main" val="12721022"/>
                    </a:ext>
                  </a:extLst>
                </a:gridCol>
                <a:gridCol w="5116019">
                  <a:extLst>
                    <a:ext uri="{9D8B030D-6E8A-4147-A177-3AD203B41FA5}">
                      <a16:colId xmlns:a16="http://schemas.microsoft.com/office/drawing/2014/main" val="770612868"/>
                    </a:ext>
                  </a:extLst>
                </a:gridCol>
                <a:gridCol w="1573907">
                  <a:extLst>
                    <a:ext uri="{9D8B030D-6E8A-4147-A177-3AD203B41FA5}">
                      <a16:colId xmlns:a16="http://schemas.microsoft.com/office/drawing/2014/main" val="1377747151"/>
                    </a:ext>
                  </a:extLst>
                </a:gridCol>
              </a:tblGrid>
              <a:tr h="795565">
                <a:tc>
                  <a:txBody>
                    <a:bodyPr/>
                    <a:lstStyle/>
                    <a:p>
                      <a:pPr algn="ctr">
                        <a:buNone/>
                      </a:pPr>
                      <a:r>
                        <a:rPr lang="en-IN" b="1" dirty="0"/>
                        <a:t>Event</a:t>
                      </a:r>
                      <a:endParaRPr lang="en-IN" dirty="0"/>
                    </a:p>
                  </a:txBody>
                  <a:tcPr anchor="ctr"/>
                </a:tc>
                <a:tc>
                  <a:txBody>
                    <a:bodyPr/>
                    <a:lstStyle/>
                    <a:p>
                      <a:pPr algn="ctr">
                        <a:buNone/>
                      </a:pPr>
                      <a:r>
                        <a:rPr lang="en-IN" b="1" dirty="0"/>
                        <a:t>Description</a:t>
                      </a:r>
                      <a:endParaRPr lang="en-IN" dirty="0"/>
                    </a:p>
                  </a:txBody>
                  <a:tcPr anchor="ctr"/>
                </a:tc>
                <a:tc>
                  <a:txBody>
                    <a:bodyPr/>
                    <a:lstStyle/>
                    <a:p>
                      <a:pPr algn="ctr">
                        <a:buNone/>
                      </a:pPr>
                      <a:r>
                        <a:rPr lang="en-IN" b="1" dirty="0"/>
                        <a:t>Probability (%)</a:t>
                      </a:r>
                      <a:endParaRPr lang="en-IN" dirty="0"/>
                    </a:p>
                  </a:txBody>
                  <a:tcPr anchor="ctr"/>
                </a:tc>
                <a:extLst>
                  <a:ext uri="{0D108BD9-81ED-4DB2-BD59-A6C34878D82A}">
                    <a16:rowId xmlns:a16="http://schemas.microsoft.com/office/drawing/2014/main" val="813613753"/>
                  </a:ext>
                </a:extLst>
              </a:tr>
              <a:tr h="460923">
                <a:tc>
                  <a:txBody>
                    <a:bodyPr/>
                    <a:lstStyle/>
                    <a:p>
                      <a:pPr>
                        <a:buNone/>
                      </a:pPr>
                      <a:r>
                        <a:rPr lang="en-IN" dirty="0"/>
                        <a:t>P(High Rating)</a:t>
                      </a:r>
                    </a:p>
                  </a:txBody>
                  <a:tcPr anchor="ctr"/>
                </a:tc>
                <a:tc>
                  <a:txBody>
                    <a:bodyPr/>
                    <a:lstStyle/>
                    <a:p>
                      <a:pPr>
                        <a:buNone/>
                      </a:pPr>
                      <a:r>
                        <a:rPr lang="en-IN"/>
                        <a:t>Movie has rating &gt; 7</a:t>
                      </a:r>
                    </a:p>
                  </a:txBody>
                  <a:tcPr anchor="ctr"/>
                </a:tc>
                <a:tc>
                  <a:txBody>
                    <a:bodyPr/>
                    <a:lstStyle/>
                    <a:p>
                      <a:pPr>
                        <a:buNone/>
                      </a:pPr>
                      <a:r>
                        <a:rPr lang="en-IN" dirty="0"/>
                        <a:t>16.88 %</a:t>
                      </a:r>
                    </a:p>
                  </a:txBody>
                  <a:tcPr anchor="ctr"/>
                </a:tc>
                <a:extLst>
                  <a:ext uri="{0D108BD9-81ED-4DB2-BD59-A6C34878D82A}">
                    <a16:rowId xmlns:a16="http://schemas.microsoft.com/office/drawing/2014/main" val="5739542"/>
                  </a:ext>
                </a:extLst>
              </a:tr>
              <a:tr h="460923">
                <a:tc>
                  <a:txBody>
                    <a:bodyPr/>
                    <a:lstStyle/>
                    <a:p>
                      <a:pPr>
                        <a:buNone/>
                      </a:pPr>
                      <a:r>
                        <a:rPr lang="en-US"/>
                        <a:t>P(Low Rating ∩ Low Revenue)</a:t>
                      </a:r>
                    </a:p>
                  </a:txBody>
                  <a:tcPr anchor="ctr"/>
                </a:tc>
                <a:tc>
                  <a:txBody>
                    <a:bodyPr/>
                    <a:lstStyle/>
                    <a:p>
                      <a:pPr>
                        <a:buNone/>
                      </a:pPr>
                      <a:r>
                        <a:rPr lang="en-US"/>
                        <a:t>Movie has low rating and below-average revenue</a:t>
                      </a:r>
                    </a:p>
                  </a:txBody>
                  <a:tcPr anchor="ctr"/>
                </a:tc>
                <a:tc>
                  <a:txBody>
                    <a:bodyPr/>
                    <a:lstStyle/>
                    <a:p>
                      <a:pPr>
                        <a:buNone/>
                      </a:pPr>
                      <a:r>
                        <a:rPr lang="en-IN" dirty="0"/>
                        <a:t>11.57 %</a:t>
                      </a:r>
                    </a:p>
                  </a:txBody>
                  <a:tcPr anchor="ctr"/>
                </a:tc>
                <a:extLst>
                  <a:ext uri="{0D108BD9-81ED-4DB2-BD59-A6C34878D82A}">
                    <a16:rowId xmlns:a16="http://schemas.microsoft.com/office/drawing/2014/main" val="3758038906"/>
                  </a:ext>
                </a:extLst>
              </a:tr>
              <a:tr h="460923">
                <a:tc>
                  <a:txBody>
                    <a:bodyPr/>
                    <a:lstStyle/>
                    <a:p>
                      <a:pPr>
                        <a:buNone/>
                      </a:pPr>
                      <a:r>
                        <a:rPr lang="en-US"/>
                        <a:t>P(High Rating ∪ High Revenue)</a:t>
                      </a:r>
                    </a:p>
                  </a:txBody>
                  <a:tcPr anchor="ctr"/>
                </a:tc>
                <a:tc>
                  <a:txBody>
                    <a:bodyPr/>
                    <a:lstStyle/>
                    <a:p>
                      <a:pPr>
                        <a:buNone/>
                      </a:pPr>
                      <a:r>
                        <a:rPr lang="en-US" dirty="0"/>
                        <a:t>Movie is either highly rated or earns high revenue</a:t>
                      </a:r>
                    </a:p>
                  </a:txBody>
                  <a:tcPr anchor="ctr"/>
                </a:tc>
                <a:tc>
                  <a:txBody>
                    <a:bodyPr/>
                    <a:lstStyle/>
                    <a:p>
                      <a:pPr>
                        <a:buNone/>
                      </a:pPr>
                      <a:r>
                        <a:rPr lang="en-IN" dirty="0"/>
                        <a:t>37.74 %</a:t>
                      </a:r>
                    </a:p>
                  </a:txBody>
                  <a:tcPr anchor="ctr"/>
                </a:tc>
                <a:extLst>
                  <a:ext uri="{0D108BD9-81ED-4DB2-BD59-A6C34878D82A}">
                    <a16:rowId xmlns:a16="http://schemas.microsoft.com/office/drawing/2014/main" val="1019209471"/>
                  </a:ext>
                </a:extLst>
              </a:tr>
              <a:tr h="460923">
                <a:tc>
                  <a:txBody>
                    <a:bodyPr/>
                    <a:lstStyle/>
                    <a:p>
                      <a:pPr>
                        <a:buNone/>
                      </a:pPr>
                      <a:r>
                        <a:rPr lang="en-US"/>
                        <a:t>P(High Revenue | High Rating)</a:t>
                      </a:r>
                    </a:p>
                  </a:txBody>
                  <a:tcPr anchor="ctr"/>
                </a:tc>
                <a:tc>
                  <a:txBody>
                    <a:bodyPr/>
                    <a:lstStyle/>
                    <a:p>
                      <a:pPr>
                        <a:buNone/>
                      </a:pPr>
                      <a:r>
                        <a:rPr lang="en-US"/>
                        <a:t>High revenue given movie is highly rated</a:t>
                      </a:r>
                    </a:p>
                  </a:txBody>
                  <a:tcPr anchor="ctr"/>
                </a:tc>
                <a:tc>
                  <a:txBody>
                    <a:bodyPr/>
                    <a:lstStyle/>
                    <a:p>
                      <a:pPr>
                        <a:buNone/>
                      </a:pPr>
                      <a:r>
                        <a:rPr lang="en-IN" dirty="0"/>
                        <a:t>38.39 %</a:t>
                      </a:r>
                    </a:p>
                  </a:txBody>
                  <a:tcPr anchor="ctr"/>
                </a:tc>
                <a:extLst>
                  <a:ext uri="{0D108BD9-81ED-4DB2-BD59-A6C34878D82A}">
                    <a16:rowId xmlns:a16="http://schemas.microsoft.com/office/drawing/2014/main" val="4012298903"/>
                  </a:ext>
                </a:extLst>
              </a:tr>
              <a:tr h="460923">
                <a:tc>
                  <a:txBody>
                    <a:bodyPr/>
                    <a:lstStyle/>
                    <a:p>
                      <a:pPr>
                        <a:buNone/>
                      </a:pPr>
                      <a:r>
                        <a:rPr lang="en-US"/>
                        <a:t>P(High Rating | High Revenue)</a:t>
                      </a:r>
                    </a:p>
                  </a:txBody>
                  <a:tcPr anchor="ctr"/>
                </a:tc>
                <a:tc>
                  <a:txBody>
                    <a:bodyPr/>
                    <a:lstStyle/>
                    <a:p>
                      <a:pPr>
                        <a:buNone/>
                      </a:pPr>
                      <a:r>
                        <a:rPr lang="en-US" dirty="0"/>
                        <a:t>High rating given movie earns high revenue</a:t>
                      </a:r>
                    </a:p>
                  </a:txBody>
                  <a:tcPr anchor="ctr"/>
                </a:tc>
                <a:tc>
                  <a:txBody>
                    <a:bodyPr/>
                    <a:lstStyle/>
                    <a:p>
                      <a:pPr>
                        <a:buNone/>
                      </a:pPr>
                      <a:r>
                        <a:rPr lang="en-IN" dirty="0"/>
                        <a:t>23.70 %</a:t>
                      </a:r>
                    </a:p>
                  </a:txBody>
                  <a:tcPr anchor="ctr"/>
                </a:tc>
                <a:extLst>
                  <a:ext uri="{0D108BD9-81ED-4DB2-BD59-A6C34878D82A}">
                    <a16:rowId xmlns:a16="http://schemas.microsoft.com/office/drawing/2014/main" val="2603801660"/>
                  </a:ext>
                </a:extLst>
              </a:tr>
            </a:tbl>
          </a:graphicData>
        </a:graphic>
      </p:graphicFrame>
      <p:sp>
        <p:nvSpPr>
          <p:cNvPr id="23" name="TextBox 22">
            <a:extLst>
              <a:ext uri="{FF2B5EF4-FFF2-40B4-BE49-F238E27FC236}">
                <a16:creationId xmlns:a16="http://schemas.microsoft.com/office/drawing/2014/main" id="{D3CA611E-A1E5-5846-8032-05034F79E345}"/>
              </a:ext>
            </a:extLst>
          </p:cNvPr>
          <p:cNvSpPr txBox="1"/>
          <p:nvPr/>
        </p:nvSpPr>
        <p:spPr>
          <a:xfrm>
            <a:off x="174003" y="5430550"/>
            <a:ext cx="12064482" cy="1289071"/>
          </a:xfrm>
          <a:prstGeom prst="rect">
            <a:avLst/>
          </a:prstGeom>
          <a:noFill/>
        </p:spPr>
        <p:txBody>
          <a:bodyPr wrap="square">
            <a:spAutoFit/>
          </a:bodyPr>
          <a:lstStyle/>
          <a:p>
            <a:pPr>
              <a:buNone/>
            </a:pPr>
            <a:r>
              <a:rPr lang="en-US" sz="2400" b="1" dirty="0">
                <a:solidFill>
                  <a:srgbClr val="002060"/>
                </a:solidFill>
                <a:latin typeface="Lora" pitchFamily="2" charset="0"/>
              </a:rPr>
              <a:t>Interpretation :</a:t>
            </a:r>
          </a:p>
          <a:p>
            <a:pPr>
              <a:buNone/>
            </a:pPr>
            <a:endParaRPr lang="en-US" sz="1400" b="1" dirty="0">
              <a:solidFill>
                <a:srgbClr val="002060"/>
              </a:solidFill>
              <a:latin typeface="Lora" pitchFamily="2" charset="0"/>
            </a:endParaRPr>
          </a:p>
          <a:p>
            <a:pPr marL="285750" indent="-285750">
              <a:buFont typeface="Wingdings" panose="05000000000000000000" pitchFamily="2" charset="2"/>
              <a:buChar char="Ø"/>
            </a:pPr>
            <a:r>
              <a:rPr lang="en-US" sz="1700" dirty="0">
                <a:latin typeface="Lora" pitchFamily="2" charset="0"/>
              </a:rPr>
              <a:t>Movies are more likely to be successful because they </a:t>
            </a:r>
            <a:r>
              <a:rPr lang="en-US" sz="1700" b="1" dirty="0">
                <a:solidFill>
                  <a:srgbClr val="002060"/>
                </a:solidFill>
                <a:highlight>
                  <a:srgbClr val="AD90D4"/>
                </a:highlight>
                <a:latin typeface="Lora" pitchFamily="2" charset="0"/>
              </a:rPr>
              <a:t>earn high revenue</a:t>
            </a:r>
            <a:r>
              <a:rPr lang="en-US" sz="1700" b="1" dirty="0">
                <a:solidFill>
                  <a:srgbClr val="002060"/>
                </a:solidFill>
                <a:latin typeface="Lora" pitchFamily="2" charset="0"/>
              </a:rPr>
              <a:t> </a:t>
            </a:r>
            <a:r>
              <a:rPr lang="en-US" sz="1700" dirty="0">
                <a:latin typeface="Lora" pitchFamily="2" charset="0"/>
              </a:rPr>
              <a:t>than because they receive high ratings.</a:t>
            </a:r>
          </a:p>
          <a:p>
            <a:pPr marL="285750" indent="-285750">
              <a:lnSpc>
                <a:spcPct val="150000"/>
              </a:lnSpc>
              <a:buFont typeface="Wingdings" panose="05000000000000000000" pitchFamily="2" charset="2"/>
              <a:buChar char="Ø"/>
            </a:pPr>
            <a:r>
              <a:rPr lang="en-US" sz="1700" dirty="0">
                <a:latin typeface="Lora" pitchFamily="2" charset="0"/>
              </a:rPr>
              <a:t>Only a </a:t>
            </a:r>
            <a:r>
              <a:rPr lang="en-US" sz="1700" b="1" dirty="0">
                <a:solidFill>
                  <a:srgbClr val="002060"/>
                </a:solidFill>
                <a:highlight>
                  <a:srgbClr val="AD90D4"/>
                </a:highlight>
                <a:latin typeface="Lora" pitchFamily="2" charset="0"/>
              </a:rPr>
              <a:t>few movies</a:t>
            </a:r>
            <a:r>
              <a:rPr lang="en-US" sz="1700" b="1" dirty="0">
                <a:solidFill>
                  <a:srgbClr val="002060"/>
                </a:solidFill>
                <a:latin typeface="Lora" pitchFamily="2" charset="0"/>
              </a:rPr>
              <a:t> </a:t>
            </a:r>
            <a:r>
              <a:rPr lang="en-US" sz="1700" dirty="0">
                <a:latin typeface="Lora" pitchFamily="2" charset="0"/>
              </a:rPr>
              <a:t>manage to be successful both in terms of </a:t>
            </a:r>
            <a:r>
              <a:rPr lang="en-US" sz="1700" b="1" dirty="0">
                <a:solidFill>
                  <a:srgbClr val="002060"/>
                </a:solidFill>
                <a:highlight>
                  <a:srgbClr val="AD90D4"/>
                </a:highlight>
                <a:latin typeface="Lora" pitchFamily="2" charset="0"/>
              </a:rPr>
              <a:t>audience ratings and box-office earnings.</a:t>
            </a:r>
          </a:p>
        </p:txBody>
      </p:sp>
    </p:spTree>
    <p:extLst>
      <p:ext uri="{BB962C8B-B14F-4D97-AF65-F5344CB8AC3E}">
        <p14:creationId xmlns:p14="http://schemas.microsoft.com/office/powerpoint/2010/main" val="3120385818"/>
      </p:ext>
    </p:extLst>
  </p:cSld>
  <p:clrMapOvr>
    <a:masterClrMapping/>
  </p:clrMapOvr>
  <mc:AlternateContent xmlns:mc="http://schemas.openxmlformats.org/markup-compatibility/2006" xmlns:p159="http://schemas.microsoft.com/office/powerpoint/2015/09/main">
    <mc:Choice Requires="p159">
      <p:transition spd="slow" advTm="3522">
        <p159:morph option="byObject"/>
      </p:transition>
    </mc:Choice>
    <mc:Fallback xmlns="">
      <p:transition spd="slow" advTm="3522">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2F2E6FE6-FA3B-144C-3D96-7569829E9FE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058954E-0D23-CFCE-300B-18F4C47E3E90}"/>
              </a:ext>
            </a:extLst>
          </p:cNvPr>
          <p:cNvSpPr>
            <a:spLocks/>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668C7D7-8344-A9CF-D304-F8C657507C1A}"/>
              </a:ext>
            </a:extLst>
          </p:cNvPr>
          <p:cNvSpPr txBox="1">
            <a:spLocks/>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DA16448C-993C-D642-612E-9AA279640D19}"/>
              </a:ext>
            </a:extLst>
          </p:cNvPr>
          <p:cNvSpPr>
            <a:spLocks/>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6521B664-D3D3-FA6F-D220-24E74A6BC2B5}"/>
              </a:ext>
            </a:extLst>
          </p:cNvPr>
          <p:cNvSpPr txBox="1">
            <a:spLocks/>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827F48F0-8887-1E8B-6F62-660DE90EB3BE}"/>
              </a:ext>
            </a:extLst>
          </p:cNvPr>
          <p:cNvSpPr>
            <a:spLocks/>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9C302F0-065F-C450-DF8D-7860BDC3AA99}"/>
              </a:ext>
            </a:extLst>
          </p:cNvPr>
          <p:cNvSpPr txBox="1">
            <a:spLocks/>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EB5313D3-37C1-70BE-0B33-36A8CC1834D1}"/>
              </a:ext>
            </a:extLst>
          </p:cNvPr>
          <p:cNvSpPr>
            <a:spLocks/>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40CAD021-0C55-53EE-7760-41D5BF769662}"/>
              </a:ext>
            </a:extLst>
          </p:cNvPr>
          <p:cNvSpPr txBox="1">
            <a:spLocks/>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2689A9E1-CEFD-84A1-6C83-FC50848C33F7}"/>
              </a:ext>
            </a:extLst>
          </p:cNvPr>
          <p:cNvSpPr>
            <a:spLocks/>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12ACBEBC-74FD-9075-FDA5-6B15B89F171F}"/>
              </a:ext>
            </a:extLst>
          </p:cNvPr>
          <p:cNvSpPr txBox="1">
            <a:spLocks/>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8A3029C9-9EDD-0B6F-C523-EC9A98FEDC95}"/>
              </a:ext>
            </a:extLst>
          </p:cNvPr>
          <p:cNvSpPr>
            <a:spLocks/>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3521E0D7-0382-9F8D-D52E-202BB08E2816}"/>
              </a:ext>
            </a:extLst>
          </p:cNvPr>
          <p:cNvSpPr txBox="1">
            <a:spLocks/>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sp>
        <p:nvSpPr>
          <p:cNvPr id="51" name="TextBox 50">
            <a:extLst>
              <a:ext uri="{FF2B5EF4-FFF2-40B4-BE49-F238E27FC236}">
                <a16:creationId xmlns:a16="http://schemas.microsoft.com/office/drawing/2014/main" id="{E83275F3-CB31-A37B-82CB-4C499BE2A229}"/>
              </a:ext>
            </a:extLst>
          </p:cNvPr>
          <p:cNvSpPr txBox="1">
            <a:spLocks/>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2. Audience &amp; Rating Analysis</a:t>
            </a:r>
          </a:p>
        </p:txBody>
      </p:sp>
      <p:sp>
        <p:nvSpPr>
          <p:cNvPr id="8" name="TextBox 7">
            <a:extLst>
              <a:ext uri="{FF2B5EF4-FFF2-40B4-BE49-F238E27FC236}">
                <a16:creationId xmlns:a16="http://schemas.microsoft.com/office/drawing/2014/main" id="{AF627262-BC10-1F15-7410-469C2E069638}"/>
              </a:ext>
            </a:extLst>
          </p:cNvPr>
          <p:cNvSpPr txBox="1">
            <a:spLocks/>
          </p:cNvSpPr>
          <p:nvPr/>
        </p:nvSpPr>
        <p:spPr>
          <a:xfrm>
            <a:off x="1728495" y="844301"/>
            <a:ext cx="8735009" cy="584775"/>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Descriptive Analysis</a:t>
            </a:r>
          </a:p>
        </p:txBody>
      </p:sp>
      <p:pic>
        <p:nvPicPr>
          <p:cNvPr id="24" name="Picture 23" descr="A screen shot of a chart&#10;&#10;AI-generated content may be incorrect.">
            <a:extLst>
              <a:ext uri="{FF2B5EF4-FFF2-40B4-BE49-F238E27FC236}">
                <a16:creationId xmlns:a16="http://schemas.microsoft.com/office/drawing/2014/main" id="{62BF52A4-B39E-C4D4-99F3-3E4055402F11}"/>
              </a:ext>
            </a:extLst>
          </p:cNvPr>
          <p:cNvPicPr>
            <a:picLocks noChangeAspect="1"/>
          </p:cNvPicPr>
          <p:nvPr/>
        </p:nvPicPr>
        <p:blipFill>
          <a:blip r:embed="rId3"/>
          <a:stretch>
            <a:fillRect/>
          </a:stretch>
        </p:blipFill>
        <p:spPr>
          <a:xfrm>
            <a:off x="609927" y="1651778"/>
            <a:ext cx="5112085" cy="4863322"/>
          </a:xfrm>
          <a:prstGeom prst="rect">
            <a:avLst/>
          </a:prstGeom>
          <a:effectLst>
            <a:glow rad="177800">
              <a:srgbClr val="78206E">
                <a:alpha val="50000"/>
              </a:srgbClr>
            </a:glow>
          </a:effectLst>
        </p:spPr>
      </p:pic>
      <p:sp>
        <p:nvSpPr>
          <p:cNvPr id="26" name="TextBox 25">
            <a:extLst>
              <a:ext uri="{FF2B5EF4-FFF2-40B4-BE49-F238E27FC236}">
                <a16:creationId xmlns:a16="http://schemas.microsoft.com/office/drawing/2014/main" id="{8B954D89-9BEF-10A8-471F-8A6C3438B833}"/>
              </a:ext>
            </a:extLst>
          </p:cNvPr>
          <p:cNvSpPr txBox="1"/>
          <p:nvPr/>
        </p:nvSpPr>
        <p:spPr>
          <a:xfrm>
            <a:off x="6314051" y="1683008"/>
            <a:ext cx="5509821" cy="4832092"/>
          </a:xfrm>
          <a:prstGeom prst="rect">
            <a:avLst/>
          </a:prstGeom>
          <a:noFill/>
          <a:ln>
            <a:solidFill>
              <a:schemeClr val="tx1"/>
            </a:solidFill>
          </a:ln>
        </p:spPr>
        <p:txBody>
          <a:bodyPr wrap="square">
            <a:spAutoFit/>
          </a:bodyPr>
          <a:lstStyle/>
          <a:p>
            <a:pPr algn="just"/>
            <a:r>
              <a:rPr lang="en-US" sz="2800" dirty="0">
                <a:latin typeface="Lora" pitchFamily="2" charset="0"/>
              </a:rPr>
              <a:t>The chart shows that movies with higher popularity generally tend to achieve higher profits. However, several movies generate strong profits even with moderate popularity, while a few popular movies show lower or negative profit, indicating that high popularity does not always guarantee profitability.</a:t>
            </a:r>
            <a:endParaRPr lang="en-IN" sz="2800" dirty="0">
              <a:latin typeface="Lora" pitchFamily="2" charset="0"/>
            </a:endParaRPr>
          </a:p>
        </p:txBody>
      </p:sp>
    </p:spTree>
    <p:extLst>
      <p:ext uri="{BB962C8B-B14F-4D97-AF65-F5344CB8AC3E}">
        <p14:creationId xmlns:p14="http://schemas.microsoft.com/office/powerpoint/2010/main" val="3234121428"/>
      </p:ext>
    </p:extLst>
  </p:cSld>
  <p:clrMapOvr>
    <a:masterClrMapping/>
  </p:clrMapOvr>
  <mc:AlternateContent xmlns:mc="http://schemas.openxmlformats.org/markup-compatibility/2006" xmlns:p159="http://schemas.microsoft.com/office/powerpoint/2015/09/main">
    <mc:Choice Requires="p159">
      <p:transition spd="slow" advTm="2592">
        <p159:morph option="byObject"/>
      </p:transition>
    </mc:Choice>
    <mc:Fallback xmlns="">
      <p:transition spd="slow" advTm="2592">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A595DB78-6775-E824-155C-E1D153B2BC4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5901A8D3-1731-BB29-3A90-3782AFB08599}"/>
              </a:ext>
            </a:extLst>
          </p:cNvPr>
          <p:cNvSpPr>
            <a:spLocks noGrp="1" noRot="1" noMove="1" noResize="1" noEditPoints="1" noAdjustHandles="1" noChangeArrowheads="1" noChangeShapeType="1"/>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D2A9F8A0-71AA-EA88-E966-33775DDE3703}"/>
              </a:ext>
            </a:extLst>
          </p:cNvPr>
          <p:cNvSpPr txBox="1">
            <a:spLocks noGrp="1" noRot="1" noMove="1" noResize="1" noEditPoints="1" noAdjustHandles="1" noChangeArrowheads="1" noChangeShapeType="1"/>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8069AD48-67D3-E40F-1115-7F9F85DEB59D}"/>
              </a:ext>
            </a:extLst>
          </p:cNvPr>
          <p:cNvSpPr>
            <a:spLocks noGrp="1" noRot="1" noMove="1" noResize="1" noEditPoints="1" noAdjustHandles="1" noChangeArrowheads="1" noChangeShapeType="1"/>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887E3D0C-3C55-A8B5-2698-EB24AAFDF0FE}"/>
              </a:ext>
            </a:extLst>
          </p:cNvPr>
          <p:cNvSpPr txBox="1">
            <a:spLocks noGrp="1" noRot="1" noMove="1" noResize="1" noEditPoints="1" noAdjustHandles="1" noChangeArrowheads="1" noChangeShapeType="1"/>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E7D71FF1-ADF7-9CA4-77DF-BA741FE8885B}"/>
              </a:ext>
            </a:extLst>
          </p:cNvPr>
          <p:cNvSpPr>
            <a:spLocks noGrp="1" noRot="1" noMove="1" noResize="1" noEditPoints="1" noAdjustHandles="1" noChangeArrowheads="1" noChangeShapeType="1"/>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1808B315-54A8-1312-1F71-0A6438F708F6}"/>
              </a:ext>
            </a:extLst>
          </p:cNvPr>
          <p:cNvSpPr txBox="1">
            <a:spLocks noGrp="1" noRot="1" noMove="1" noResize="1" noEditPoints="1" noAdjustHandles="1" noChangeArrowheads="1" noChangeShapeType="1"/>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43E7A3C6-3CBD-3C14-929D-4E86F673A28E}"/>
              </a:ext>
            </a:extLst>
          </p:cNvPr>
          <p:cNvSpPr>
            <a:spLocks noGrp="1" noRot="1" noMove="1" noResize="1" noEditPoints="1" noAdjustHandles="1" noChangeArrowheads="1" noChangeShapeType="1"/>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DF38BEC9-211C-D076-694F-5299E7F3F278}"/>
              </a:ext>
            </a:extLst>
          </p:cNvPr>
          <p:cNvSpPr txBox="1">
            <a:spLocks noGrp="1" noRot="1" noMove="1" noResize="1" noEditPoints="1" noAdjustHandles="1" noChangeArrowheads="1" noChangeShapeType="1"/>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A59B48DB-EF93-AA66-569D-43D9EF67D70F}"/>
              </a:ext>
            </a:extLst>
          </p:cNvPr>
          <p:cNvSpPr>
            <a:spLocks noGrp="1" noRot="1" noMove="1" noResize="1" noEditPoints="1" noAdjustHandles="1" noChangeArrowheads="1" noChangeShapeType="1"/>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646A2A9A-D8D4-ABDF-AC45-932C74C5C3B5}"/>
              </a:ext>
            </a:extLst>
          </p:cNvPr>
          <p:cNvSpPr txBox="1">
            <a:spLocks noGrp="1" noRot="1" noMove="1" noResize="1" noEditPoints="1" noAdjustHandles="1" noChangeArrowheads="1" noChangeShapeType="1"/>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05464C47-7151-4CF3-BC6D-45CA2487D3BB}"/>
              </a:ext>
            </a:extLst>
          </p:cNvPr>
          <p:cNvSpPr>
            <a:spLocks noGrp="1" noRot="1" noMove="1" noResize="1" noEditPoints="1" noAdjustHandles="1" noChangeArrowheads="1" noChangeShapeType="1"/>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6D43243C-7C83-71BC-22CB-00F8E94599A1}"/>
              </a:ext>
            </a:extLst>
          </p:cNvPr>
          <p:cNvSpPr txBox="1">
            <a:spLocks noGrp="1" noRot="1" noMove="1" noResize="1" noEditPoints="1" noAdjustHandles="1" noChangeArrowheads="1" noChangeShapeType="1"/>
          </p:cNvSpPr>
          <p:nvPr/>
        </p:nvSpPr>
        <p:spPr>
          <a:xfrm>
            <a:off x="15841295" y="2555475"/>
            <a:ext cx="7391399" cy="1015663"/>
          </a:xfrm>
          <a:prstGeom prst="rect">
            <a:avLst/>
          </a:prstGeom>
          <a:noFill/>
        </p:spPr>
        <p:txBody>
          <a:bodyPr wrap="square" rtlCol="0">
            <a:spAutoFit/>
          </a:bodyPr>
          <a:lstStyle/>
          <a:p>
            <a:r>
              <a:rPr lang="en-IN" sz="6000" dirty="0">
                <a:latin typeface="Lora" pitchFamily="2" charset="0"/>
              </a:rPr>
              <a:t>4. </a:t>
            </a:r>
          </a:p>
        </p:txBody>
      </p:sp>
      <p:sp>
        <p:nvSpPr>
          <p:cNvPr id="51" name="TextBox 50">
            <a:extLst>
              <a:ext uri="{FF2B5EF4-FFF2-40B4-BE49-F238E27FC236}">
                <a16:creationId xmlns:a16="http://schemas.microsoft.com/office/drawing/2014/main" id="{C3EFF466-B097-8E84-B156-4A151C432064}"/>
              </a:ext>
            </a:extLst>
          </p:cNvPr>
          <p:cNvSpPr txBox="1">
            <a:spLocks noGrp="1" noRot="1" noMove="1" noResize="1" noEditPoints="1" noAdjustHandles="1" noChangeArrowheads="1" noChangeShapeType="1"/>
          </p:cNvSpPr>
          <p:nvPr/>
        </p:nvSpPr>
        <p:spPr>
          <a:xfrm>
            <a:off x="1247775" y="167193"/>
            <a:ext cx="9696450" cy="677108"/>
          </a:xfrm>
          <a:prstGeom prst="rect">
            <a:avLst/>
          </a:prstGeom>
          <a:noFill/>
          <a:ln>
            <a:solidFill>
              <a:schemeClr val="tx1"/>
            </a:solidFill>
          </a:ln>
        </p:spPr>
        <p:txBody>
          <a:bodyPr wrap="square" rtlCol="0">
            <a:spAutoFit/>
          </a:bodyPr>
          <a:lstStyle/>
          <a:p>
            <a:pPr algn="ctr"/>
            <a:r>
              <a:rPr lang="en-US" sz="3800" b="1" dirty="0">
                <a:solidFill>
                  <a:srgbClr val="002060"/>
                </a:solidFill>
                <a:latin typeface="Times New Roman" panose="02020603050405020304" pitchFamily="18" charset="0"/>
                <a:cs typeface="Times New Roman" panose="02020603050405020304" pitchFamily="18" charset="0"/>
              </a:rPr>
              <a:t>2. Audience &amp; Rating Analysis</a:t>
            </a:r>
          </a:p>
        </p:txBody>
      </p:sp>
      <p:sp>
        <p:nvSpPr>
          <p:cNvPr id="4" name="TextBox 3">
            <a:extLst>
              <a:ext uri="{FF2B5EF4-FFF2-40B4-BE49-F238E27FC236}">
                <a16:creationId xmlns:a16="http://schemas.microsoft.com/office/drawing/2014/main" id="{B8B7AE3E-7BD2-4480-AD13-05F8ADBF1DFA}"/>
              </a:ext>
            </a:extLst>
          </p:cNvPr>
          <p:cNvSpPr txBox="1">
            <a:spLocks noGrp="1" noRot="1" noMove="1" noResize="1" noEditPoints="1" noAdjustHandles="1" noChangeArrowheads="1" noChangeShapeType="1"/>
          </p:cNvSpPr>
          <p:nvPr/>
        </p:nvSpPr>
        <p:spPr>
          <a:xfrm>
            <a:off x="1728495" y="844301"/>
            <a:ext cx="8735009" cy="1077218"/>
          </a:xfrm>
          <a:prstGeom prst="rect">
            <a:avLst/>
          </a:prstGeom>
          <a:noFill/>
        </p:spPr>
        <p:txBody>
          <a:bodyPr wrap="square" rtlCol="0">
            <a:spAutoFit/>
          </a:bodyPr>
          <a:lstStyle/>
          <a:p>
            <a:pPr algn="ctr"/>
            <a:r>
              <a:rPr lang="en-US" sz="3200" b="1" dirty="0">
                <a:solidFill>
                  <a:schemeClr val="accent5">
                    <a:lumMod val="50000"/>
                  </a:schemeClr>
                </a:solidFill>
                <a:latin typeface="Times New Roman" panose="02020603050405020304" pitchFamily="18" charset="0"/>
                <a:cs typeface="Times New Roman" panose="02020603050405020304" pitchFamily="18" charset="0"/>
              </a:rPr>
              <a:t>Random Forest Classifier Model for Revenue Amount Prediction</a:t>
            </a:r>
          </a:p>
        </p:txBody>
      </p:sp>
      <p:pic>
        <p:nvPicPr>
          <p:cNvPr id="2052" name="Picture 4">
            <a:extLst>
              <a:ext uri="{FF2B5EF4-FFF2-40B4-BE49-F238E27FC236}">
                <a16:creationId xmlns:a16="http://schemas.microsoft.com/office/drawing/2014/main" id="{F2F3F473-F6CA-4FEE-97D4-573B58853A6B}"/>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596527" y="1912737"/>
            <a:ext cx="5595473" cy="49452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07900DE-6528-4C58-EA5C-E95C82DB14BC}"/>
              </a:ext>
            </a:extLst>
          </p:cNvPr>
          <p:cNvSpPr>
            <a:spLocks noGrp="1" noRot="1" noMove="1" noResize="1" noEditPoints="1" noAdjustHandles="1" noChangeArrowheads="1" noChangeShapeType="1"/>
          </p:cNvSpPr>
          <p:nvPr/>
        </p:nvSpPr>
        <p:spPr>
          <a:xfrm>
            <a:off x="7296150" y="5968326"/>
            <a:ext cx="4159250" cy="197524"/>
          </a:xfrm>
          <a:prstGeom prst="rect">
            <a:avLst/>
          </a:prstGeom>
          <a:noFill/>
          <a:ln w="38100">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E7CB729F-C8C9-9FA0-080D-E38CC5D26566}"/>
              </a:ext>
            </a:extLst>
          </p:cNvPr>
          <p:cNvSpPr>
            <a:spLocks noGrp="1" noRot="1" noMove="1" noResize="1" noEditPoints="1" noAdjustHandles="1" noChangeArrowheads="1" noChangeShapeType="1"/>
          </p:cNvSpPr>
          <p:nvPr/>
        </p:nvSpPr>
        <p:spPr>
          <a:xfrm rot="5400000">
            <a:off x="5880017" y="3990181"/>
            <a:ext cx="4159250" cy="192088"/>
          </a:xfrm>
          <a:prstGeom prst="rect">
            <a:avLst/>
          </a:prstGeom>
          <a:noFill/>
          <a:ln w="28575">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BFD1F8C9-7F46-A45C-FB3D-2A035F4D49E3}"/>
              </a:ext>
            </a:extLst>
          </p:cNvPr>
          <p:cNvSpPr>
            <a:spLocks noGrp="1" noRot="1" noMove="1" noResize="1" noEditPoints="1" noAdjustHandles="1" noChangeArrowheads="1" noChangeShapeType="1"/>
          </p:cNvSpPr>
          <p:nvPr/>
        </p:nvSpPr>
        <p:spPr>
          <a:xfrm rot="5400000">
            <a:off x="5687929" y="3990181"/>
            <a:ext cx="4159250" cy="192088"/>
          </a:xfrm>
          <a:prstGeom prst="rect">
            <a:avLst/>
          </a:prstGeom>
          <a:noFill/>
          <a:ln w="28575">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E5DD3135-BC36-D232-FD74-854A7DB229E9}"/>
              </a:ext>
            </a:extLst>
          </p:cNvPr>
          <p:cNvSpPr>
            <a:spLocks noGrp="1" noRot="1" noMove="1" noResize="1" noEditPoints="1" noAdjustHandles="1" noChangeArrowheads="1" noChangeShapeType="1"/>
          </p:cNvSpPr>
          <p:nvPr/>
        </p:nvSpPr>
        <p:spPr>
          <a:xfrm rot="5400000">
            <a:off x="6447465" y="3990181"/>
            <a:ext cx="4159250" cy="192088"/>
          </a:xfrm>
          <a:prstGeom prst="rect">
            <a:avLst/>
          </a:prstGeom>
          <a:noFill/>
          <a:ln w="28575">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E8F12C93-0721-1F82-D835-3D73DFA8C9C8}"/>
              </a:ext>
            </a:extLst>
          </p:cNvPr>
          <p:cNvSpPr>
            <a:spLocks noGrp="1" noRot="1" noMove="1" noResize="1" noEditPoints="1" noAdjustHandles="1" noChangeArrowheads="1" noChangeShapeType="1"/>
          </p:cNvSpPr>
          <p:nvPr/>
        </p:nvSpPr>
        <p:spPr>
          <a:xfrm rot="5400000">
            <a:off x="6255377" y="3990181"/>
            <a:ext cx="4159250" cy="192088"/>
          </a:xfrm>
          <a:prstGeom prst="rect">
            <a:avLst/>
          </a:prstGeom>
          <a:noFill/>
          <a:ln w="28575">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91A1C8FF-F7BB-5381-2153-02E94F4494B8}"/>
              </a:ext>
            </a:extLst>
          </p:cNvPr>
          <p:cNvSpPr>
            <a:spLocks noGrp="1" noRot="1" noMove="1" noResize="1" noEditPoints="1" noAdjustHandles="1" noChangeArrowheads="1" noChangeShapeType="1"/>
          </p:cNvSpPr>
          <p:nvPr/>
        </p:nvSpPr>
        <p:spPr>
          <a:xfrm rot="5400000">
            <a:off x="7200106" y="3990181"/>
            <a:ext cx="4159250" cy="192088"/>
          </a:xfrm>
          <a:prstGeom prst="rect">
            <a:avLst/>
          </a:prstGeom>
          <a:noFill/>
          <a:ln w="28575">
            <a:solidFill>
              <a:srgbClr val="4D2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F1775E0F-08CA-014B-7165-085AE3AE7414}"/>
              </a:ext>
            </a:extLst>
          </p:cNvPr>
          <p:cNvSpPr>
            <a:spLocks noGrp="1" noRot="1" noMove="1" noResize="1" noEditPoints="1" noAdjustHandles="1" noChangeArrowheads="1" noChangeShapeType="1"/>
          </p:cNvSpPr>
          <p:nvPr/>
        </p:nvSpPr>
        <p:spPr>
          <a:xfrm>
            <a:off x="7613417" y="5927103"/>
            <a:ext cx="514151"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Oval 26">
            <a:extLst>
              <a:ext uri="{FF2B5EF4-FFF2-40B4-BE49-F238E27FC236}">
                <a16:creationId xmlns:a16="http://schemas.microsoft.com/office/drawing/2014/main" id="{2AD9E730-342E-BD5A-B693-4791C2DC2E27}"/>
              </a:ext>
            </a:extLst>
          </p:cNvPr>
          <p:cNvSpPr>
            <a:spLocks noGrp="1" noRot="1" noMove="1" noResize="1" noEditPoints="1" noAdjustHandles="1" noChangeArrowheads="1" noChangeShapeType="1"/>
          </p:cNvSpPr>
          <p:nvPr/>
        </p:nvSpPr>
        <p:spPr>
          <a:xfrm>
            <a:off x="8185661" y="5927102"/>
            <a:ext cx="514151"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8" name="Oval 27">
            <a:extLst>
              <a:ext uri="{FF2B5EF4-FFF2-40B4-BE49-F238E27FC236}">
                <a16:creationId xmlns:a16="http://schemas.microsoft.com/office/drawing/2014/main" id="{E7D6AAE8-527A-89E9-BB4E-28ADED6A1CDB}"/>
              </a:ext>
            </a:extLst>
          </p:cNvPr>
          <p:cNvSpPr>
            <a:spLocks noGrp="1" noRot="1" noMove="1" noResize="1" noEditPoints="1" noAdjustHandles="1" noChangeArrowheads="1" noChangeShapeType="1"/>
          </p:cNvSpPr>
          <p:nvPr/>
        </p:nvSpPr>
        <p:spPr>
          <a:xfrm>
            <a:off x="9118602" y="5927101"/>
            <a:ext cx="314877" cy="27996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9" name="TextBox 28">
            <a:extLst>
              <a:ext uri="{FF2B5EF4-FFF2-40B4-BE49-F238E27FC236}">
                <a16:creationId xmlns:a16="http://schemas.microsoft.com/office/drawing/2014/main" id="{521EFFA0-2EEB-4699-5DFF-40EA75BB7BD2}"/>
              </a:ext>
            </a:extLst>
          </p:cNvPr>
          <p:cNvSpPr txBox="1">
            <a:spLocks noGrp="1" noRot="1" noMove="1" noResize="1" noEditPoints="1" noAdjustHandles="1" noChangeArrowheads="1" noChangeShapeType="1"/>
          </p:cNvSpPr>
          <p:nvPr/>
        </p:nvSpPr>
        <p:spPr>
          <a:xfrm>
            <a:off x="345450" y="2020909"/>
            <a:ext cx="5765217" cy="646331"/>
          </a:xfrm>
          <a:prstGeom prst="rect">
            <a:avLst/>
          </a:prstGeom>
          <a:noFill/>
        </p:spPr>
        <p:txBody>
          <a:bodyPr wrap="square">
            <a:spAutoFit/>
          </a:bodyPr>
          <a:lstStyle/>
          <a:p>
            <a:pPr marL="285750" indent="-285750">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Based on correlation analysis and model testing, the top features for predicting </a:t>
            </a:r>
            <a:r>
              <a:rPr lang="en-US" b="1" dirty="0">
                <a:latin typeface="Times New Roman" panose="02020603050405020304" pitchFamily="18" charset="0"/>
                <a:cs typeface="Times New Roman" panose="02020603050405020304" pitchFamily="18" charset="0"/>
              </a:rPr>
              <a:t>Performance</a:t>
            </a:r>
            <a:r>
              <a:rPr lang="en-US" sz="1800" b="1" dirty="0">
                <a:solidFill>
                  <a:schemeClr val="tx1"/>
                </a:solidFill>
                <a:latin typeface="Times New Roman" panose="02020603050405020304" pitchFamily="18" charset="0"/>
                <a:cs typeface="Times New Roman" panose="02020603050405020304" pitchFamily="18" charset="0"/>
              </a:rPr>
              <a:t> are:</a:t>
            </a:r>
            <a:r>
              <a:rPr lang="en-US"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DD696FC-BB00-24CB-294C-FC728329D612}"/>
              </a:ext>
            </a:extLst>
          </p:cNvPr>
          <p:cNvSpPr txBox="1">
            <a:spLocks noGrp="1" noRot="1" noMove="1" noResize="1" noEditPoints="1" noAdjustHandles="1" noChangeArrowheads="1" noChangeShapeType="1"/>
          </p:cNvSpPr>
          <p:nvPr/>
        </p:nvSpPr>
        <p:spPr>
          <a:xfrm>
            <a:off x="1352192" y="2690336"/>
            <a:ext cx="1809531" cy="1477328"/>
          </a:xfrm>
          <a:prstGeom prst="rect">
            <a:avLst/>
          </a:prstGeom>
          <a:noFill/>
        </p:spPr>
        <p:txBody>
          <a:bodyPr wrap="square">
            <a:spAutoFit/>
          </a:bodyPr>
          <a:lstStyle/>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Popularity</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Language</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Revenue</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Run Time</a:t>
            </a:r>
          </a:p>
          <a:p>
            <a:pPr marL="285750" indent="-285750">
              <a:buFont typeface="Wingdings" panose="05000000000000000000" pitchFamily="2" charset="2"/>
              <a:buChar char="v"/>
            </a:pPr>
            <a:r>
              <a:rPr lang="en-IN" dirty="0">
                <a:solidFill>
                  <a:srgbClr val="000066"/>
                </a:solidFill>
                <a:latin typeface="Times New Roman" panose="02020603050405020304" pitchFamily="18" charset="0"/>
                <a:cs typeface="Times New Roman" panose="02020603050405020304" pitchFamily="18" charset="0"/>
              </a:rPr>
              <a:t>Vote Count</a:t>
            </a:r>
          </a:p>
        </p:txBody>
      </p:sp>
      <p:sp>
        <p:nvSpPr>
          <p:cNvPr id="31" name="TextBox 30">
            <a:extLst>
              <a:ext uri="{FF2B5EF4-FFF2-40B4-BE49-F238E27FC236}">
                <a16:creationId xmlns:a16="http://schemas.microsoft.com/office/drawing/2014/main" id="{BA6C9EB9-3F52-8601-2502-8958798378BE}"/>
              </a:ext>
            </a:extLst>
          </p:cNvPr>
          <p:cNvSpPr txBox="1">
            <a:spLocks noGrp="1" noRot="1" noMove="1" noResize="1" noEditPoints="1" noAdjustHandles="1" noChangeArrowheads="1" noChangeShapeType="1"/>
          </p:cNvSpPr>
          <p:nvPr/>
        </p:nvSpPr>
        <p:spPr>
          <a:xfrm>
            <a:off x="345450" y="4240306"/>
            <a:ext cx="5021024" cy="369332"/>
          </a:xfrm>
          <a:prstGeom prst="rect">
            <a:avLst/>
          </a:prstGeom>
          <a:noFill/>
        </p:spPr>
        <p:txBody>
          <a:bodyPr wrap="square">
            <a:spAutoFit/>
          </a:bodyPr>
          <a:lstStyle/>
          <a:p>
            <a:pPr marL="342900" indent="-342900">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Building and Testing the Predictive Model :</a:t>
            </a:r>
            <a:endParaRPr lang="en-IN" sz="1800" b="1" dirty="0">
              <a:solidFill>
                <a:schemeClr val="tx1"/>
              </a:solidFill>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8195E438-703E-E1CE-DE3A-1EE0B9153CB0}"/>
              </a:ext>
            </a:extLst>
          </p:cNvPr>
          <p:cNvSpPr txBox="1">
            <a:spLocks noGrp="1" noRot="1" noMove="1" noResize="1" noEditPoints="1" noAdjustHandles="1" noChangeArrowheads="1" noChangeShapeType="1"/>
          </p:cNvSpPr>
          <p:nvPr/>
        </p:nvSpPr>
        <p:spPr>
          <a:xfrm>
            <a:off x="879358" y="4609638"/>
            <a:ext cx="5595283" cy="1661993"/>
          </a:xfrm>
          <a:prstGeom prst="rect">
            <a:avLst/>
          </a:prstGeom>
          <a:noFill/>
        </p:spPr>
        <p:txBody>
          <a:bodyPr wrap="square">
            <a:spAutoFit/>
          </a:bodyPr>
          <a:lstStyle/>
          <a:p>
            <a:pPr marL="800100" lvl="1" indent="-342900">
              <a:buFont typeface="Wingdings" panose="05000000000000000000" pitchFamily="2" charset="2"/>
              <a:buChar char="v"/>
            </a:pPr>
            <a:r>
              <a:rPr lang="en-US" sz="1700" b="1" dirty="0">
                <a:solidFill>
                  <a:schemeClr val="tx1">
                    <a:lumMod val="95000"/>
                    <a:lumOff val="5000"/>
                  </a:schemeClr>
                </a:solidFill>
              </a:rPr>
              <a:t>Model Performance:</a:t>
            </a:r>
          </a:p>
          <a:p>
            <a:pPr marL="1257300" lvl="2" indent="-342900">
              <a:buFont typeface="Wingdings" panose="05000000000000000000" pitchFamily="2" charset="2"/>
              <a:buChar char="Ø"/>
            </a:pPr>
            <a:r>
              <a:rPr lang="en-US" sz="1700" b="1" dirty="0">
                <a:solidFill>
                  <a:schemeClr val="tx1"/>
                </a:solidFill>
              </a:rPr>
              <a:t>Accuracy: </a:t>
            </a:r>
            <a:r>
              <a:rPr lang="en-US" sz="1700" b="1" dirty="0">
                <a:solidFill>
                  <a:srgbClr val="FF0000"/>
                </a:solidFill>
              </a:rPr>
              <a:t>0.75</a:t>
            </a:r>
            <a:endParaRPr lang="en-US" sz="1700" b="1" dirty="0">
              <a:solidFill>
                <a:schemeClr val="tx1">
                  <a:lumMod val="95000"/>
                  <a:lumOff val="5000"/>
                </a:schemeClr>
              </a:solidFill>
            </a:endParaRPr>
          </a:p>
          <a:p>
            <a:pPr marL="1257300" lvl="2" indent="-342900">
              <a:buFont typeface="Wingdings" panose="05000000000000000000" pitchFamily="2" charset="2"/>
              <a:buChar char="Ø"/>
            </a:pPr>
            <a:r>
              <a:rPr lang="en-US" sz="1700" b="1" dirty="0">
                <a:solidFill>
                  <a:schemeClr val="tx1"/>
                </a:solidFill>
              </a:rPr>
              <a:t>F1 Score:  </a:t>
            </a:r>
            <a:r>
              <a:rPr lang="en-US" sz="1700" b="1" dirty="0">
                <a:solidFill>
                  <a:srgbClr val="FF0000"/>
                </a:solidFill>
              </a:rPr>
              <a:t>0.76</a:t>
            </a:r>
          </a:p>
          <a:p>
            <a:pPr lvl="2"/>
            <a:endParaRPr lang="en-US" sz="1700" b="1" dirty="0">
              <a:solidFill>
                <a:schemeClr val="tx1">
                  <a:lumMod val="95000"/>
                  <a:lumOff val="5000"/>
                </a:schemeClr>
              </a:solidFill>
            </a:endParaRPr>
          </a:p>
          <a:p>
            <a:pPr marL="800100" lvl="1" indent="-342900">
              <a:buFont typeface="Wingdings" panose="05000000000000000000" pitchFamily="2" charset="2"/>
              <a:buChar char="v"/>
            </a:pPr>
            <a:r>
              <a:rPr lang="en-US" sz="1700" b="1" dirty="0">
                <a:solidFill>
                  <a:schemeClr val="tx1">
                    <a:lumMod val="95000"/>
                    <a:lumOff val="5000"/>
                  </a:schemeClr>
                </a:solidFill>
              </a:rPr>
              <a:t>These scores show the model predicts well and can be trusted for analysis.</a:t>
            </a:r>
            <a:endParaRPr lang="en-US" b="1" dirty="0">
              <a:solidFill>
                <a:srgbClr val="0033CC"/>
              </a:solidFill>
            </a:endParaRPr>
          </a:p>
        </p:txBody>
      </p:sp>
    </p:spTree>
    <p:custDataLst>
      <p:tags r:id="rId1"/>
    </p:custDataLst>
    <p:extLst>
      <p:ext uri="{BB962C8B-B14F-4D97-AF65-F5344CB8AC3E}">
        <p14:creationId xmlns:p14="http://schemas.microsoft.com/office/powerpoint/2010/main" val="1152921350"/>
      </p:ext>
    </p:extLst>
  </p:cSld>
  <p:clrMapOvr>
    <a:masterClrMapping/>
  </p:clrMapOvr>
  <mc:AlternateContent xmlns:mc="http://schemas.openxmlformats.org/markup-compatibility/2006" xmlns:p159="http://schemas.microsoft.com/office/powerpoint/2015/09/main">
    <mc:Choice Requires="p159">
      <p:transition spd="slow" advTm="5669">
        <p159:morph option="byObject"/>
      </p:transition>
    </mc:Choice>
    <mc:Fallback xmlns="">
      <p:transition spd="slow" advTm="566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fade">
                                      <p:cBhvr>
                                        <p:cTn id="12" dur="500"/>
                                        <p:tgtEl>
                                          <p:spTgt spid="205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10" grpId="0" animBg="1"/>
      <p:bldP spid="11" grpId="0" animBg="1"/>
      <p:bldP spid="21" grpId="0" animBg="1"/>
      <p:bldP spid="25" grpId="0" animBg="1"/>
      <p:bldP spid="26" grpId="0" animBg="1"/>
      <p:bldP spid="27" grpId="0" animBg="1"/>
      <p:bldP spid="28" grpId="0" animBg="1"/>
      <p:bldP spid="29" grpId="0"/>
      <p:bldP spid="30" grpId="0"/>
      <p:bldP spid="31" grpId="0"/>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a:stretch>
        </a:blipFill>
        <a:effectLst/>
      </p:bgPr>
    </p:bg>
    <p:spTree>
      <p:nvGrpSpPr>
        <p:cNvPr id="1" name="">
          <a:extLst>
            <a:ext uri="{FF2B5EF4-FFF2-40B4-BE49-F238E27FC236}">
              <a16:creationId xmlns:a16="http://schemas.microsoft.com/office/drawing/2014/main" id="{271730D4-8A76-41B8-76F6-592BDBD41E9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6C5F71A-7628-F475-4A6A-1EBA3574EE87}"/>
              </a:ext>
            </a:extLst>
          </p:cNvPr>
          <p:cNvSpPr>
            <a:spLocks noGrp="1" noRot="1" noMove="1" noResize="1" noEditPoints="1" noAdjustHandles="1" noChangeArrowheads="1" noChangeShapeType="1"/>
          </p:cNvSpPr>
          <p:nvPr/>
        </p:nvSpPr>
        <p:spPr>
          <a:xfrm>
            <a:off x="18038183" y="-952491"/>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2120D2B-74E5-C1E6-0886-E8E443BCF7BB}"/>
              </a:ext>
            </a:extLst>
          </p:cNvPr>
          <p:cNvSpPr txBox="1">
            <a:spLocks noGrp="1" noRot="1" noMove="1" noResize="1" noEditPoints="1" noAdjustHandles="1" noChangeArrowheads="1" noChangeShapeType="1"/>
          </p:cNvSpPr>
          <p:nvPr/>
        </p:nvSpPr>
        <p:spPr>
          <a:xfrm>
            <a:off x="18630222" y="2378554"/>
            <a:ext cx="7391399" cy="1015663"/>
          </a:xfrm>
          <a:prstGeom prst="rect">
            <a:avLst/>
          </a:prstGeom>
          <a:noFill/>
        </p:spPr>
        <p:txBody>
          <a:bodyPr wrap="square" rtlCol="0">
            <a:spAutoFit/>
          </a:bodyPr>
          <a:lstStyle/>
          <a:p>
            <a:r>
              <a:rPr lang="en-IN" sz="6000" dirty="0"/>
              <a:t>5.</a:t>
            </a:r>
          </a:p>
        </p:txBody>
      </p:sp>
      <p:sp>
        <p:nvSpPr>
          <p:cNvPr id="12" name="Oval 11">
            <a:extLst>
              <a:ext uri="{FF2B5EF4-FFF2-40B4-BE49-F238E27FC236}">
                <a16:creationId xmlns:a16="http://schemas.microsoft.com/office/drawing/2014/main" id="{3ACAEC8F-A04C-F2D5-D0CA-126E7A0C6E50}"/>
              </a:ext>
            </a:extLst>
          </p:cNvPr>
          <p:cNvSpPr>
            <a:spLocks noGrp="1" noRot="1" noMove="1" noResize="1" noEditPoints="1" noAdjustHandles="1" noChangeArrowheads="1" noChangeShapeType="1"/>
          </p:cNvSpPr>
          <p:nvPr/>
        </p:nvSpPr>
        <p:spPr>
          <a:xfrm>
            <a:off x="-8955388" y="-676414"/>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2E9688A-0C6F-E719-A009-FFE3B09754DC}"/>
              </a:ext>
            </a:extLst>
          </p:cNvPr>
          <p:cNvSpPr txBox="1">
            <a:spLocks noGrp="1" noRot="1" noMove="1" noResize="1" noEditPoints="1" noAdjustHandles="1" noChangeArrowheads="1" noChangeShapeType="1"/>
          </p:cNvSpPr>
          <p:nvPr/>
        </p:nvSpPr>
        <p:spPr>
          <a:xfrm>
            <a:off x="-3363403" y="2787378"/>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352D6FF6-606F-E75B-099A-A1013115FA64}"/>
              </a:ext>
            </a:extLst>
          </p:cNvPr>
          <p:cNvSpPr>
            <a:spLocks noGrp="1" noRot="1" noMove="1" noResize="1" noEditPoints="1" noAdjustHandles="1" noChangeArrowheads="1" noChangeShapeType="1"/>
          </p:cNvSpPr>
          <p:nvPr/>
        </p:nvSpPr>
        <p:spPr>
          <a:xfrm>
            <a:off x="-9591777" y="-610041"/>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BC734C3-2F4F-43B3-9A9F-387091AB5266}"/>
              </a:ext>
            </a:extLst>
          </p:cNvPr>
          <p:cNvSpPr txBox="1">
            <a:spLocks noGrp="1" noRot="1" noMove="1" noResize="1" noEditPoints="1" noAdjustHandles="1" noChangeArrowheads="1" noChangeShapeType="1"/>
          </p:cNvSpPr>
          <p:nvPr/>
        </p:nvSpPr>
        <p:spPr>
          <a:xfrm>
            <a:off x="-9098328" y="2774557"/>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084C36E0-8AEE-F5C9-4A40-15724FCDD7FA}"/>
              </a:ext>
            </a:extLst>
          </p:cNvPr>
          <p:cNvSpPr>
            <a:spLocks noGrp="1" noRot="1" noMove="1" noResize="1" noEditPoints="1" noAdjustHandles="1" noChangeArrowheads="1" noChangeShapeType="1"/>
          </p:cNvSpPr>
          <p:nvPr/>
        </p:nvSpPr>
        <p:spPr>
          <a:xfrm>
            <a:off x="-10223745" y="-543668"/>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145275F0-54E4-45B3-5C82-815A48E21FAD}"/>
              </a:ext>
            </a:extLst>
          </p:cNvPr>
          <p:cNvSpPr txBox="1">
            <a:spLocks noGrp="1" noRot="1" noMove="1" noResize="1" noEditPoints="1" noAdjustHandles="1" noChangeArrowheads="1" noChangeShapeType="1"/>
          </p:cNvSpPr>
          <p:nvPr/>
        </p:nvSpPr>
        <p:spPr>
          <a:xfrm flipH="1">
            <a:off x="-4111502" y="2853751"/>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02EA71AD-1691-175A-4ACE-25860B786364}"/>
              </a:ext>
            </a:extLst>
          </p:cNvPr>
          <p:cNvSpPr>
            <a:spLocks noGrp="1" noRot="1" noMove="1" noResize="1" noEditPoints="1" noAdjustHandles="1" noChangeArrowheads="1" noChangeShapeType="1"/>
          </p:cNvSpPr>
          <p:nvPr/>
        </p:nvSpPr>
        <p:spPr>
          <a:xfrm>
            <a:off x="-10814642" y="-543668"/>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73B8B11B-1B82-E990-8BF7-D9C51B853236}"/>
              </a:ext>
            </a:extLst>
          </p:cNvPr>
          <p:cNvSpPr txBox="1">
            <a:spLocks noGrp="1" noRot="1" noMove="1" noResize="1" noEditPoints="1" noAdjustHandles="1" noChangeArrowheads="1" noChangeShapeType="1"/>
          </p:cNvSpPr>
          <p:nvPr/>
        </p:nvSpPr>
        <p:spPr>
          <a:xfrm>
            <a:off x="-9806246" y="2325562"/>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C54C7B37-6CE4-037E-3444-C54CAB537EB2}"/>
              </a:ext>
            </a:extLst>
          </p:cNvPr>
          <p:cNvSpPr>
            <a:spLocks noGrp="1" noRot="1" noMove="1" noResize="1" noEditPoints="1" noAdjustHandles="1" noChangeArrowheads="1" noChangeShapeType="1"/>
          </p:cNvSpPr>
          <p:nvPr/>
        </p:nvSpPr>
        <p:spPr>
          <a:xfrm>
            <a:off x="15249255" y="-952499"/>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A screenshot of a computer&#10;&#10;AI-generated content may be incorrect.">
            <a:extLst>
              <a:ext uri="{FF2B5EF4-FFF2-40B4-BE49-F238E27FC236}">
                <a16:creationId xmlns:a16="http://schemas.microsoft.com/office/drawing/2014/main" id="{0B4DB687-0807-3D2E-2112-CC5FBFD08788}"/>
              </a:ext>
            </a:extLst>
          </p:cNvPr>
          <p:cNvPicPr>
            <a:picLocks noChangeAspect="1"/>
          </p:cNvPicPr>
          <p:nvPr/>
        </p:nvPicPr>
        <p:blipFill>
          <a:blip r:embed="rId4"/>
          <a:stretch>
            <a:fillRect/>
          </a:stretch>
        </p:blipFill>
        <p:spPr>
          <a:xfrm>
            <a:off x="-98461" y="0"/>
            <a:ext cx="12388922" cy="6858000"/>
          </a:xfrm>
          <a:prstGeom prst="rect">
            <a:avLst/>
          </a:prstGeom>
        </p:spPr>
      </p:pic>
      <p:sp>
        <p:nvSpPr>
          <p:cNvPr id="20" name="TextBox 19">
            <a:extLst>
              <a:ext uri="{FF2B5EF4-FFF2-40B4-BE49-F238E27FC236}">
                <a16:creationId xmlns:a16="http://schemas.microsoft.com/office/drawing/2014/main" id="{A4939F70-47BF-F9F7-14EA-4E7962D9F653}"/>
              </a:ext>
            </a:extLst>
          </p:cNvPr>
          <p:cNvSpPr txBox="1"/>
          <p:nvPr/>
        </p:nvSpPr>
        <p:spPr>
          <a:xfrm>
            <a:off x="18038183" y="2821664"/>
            <a:ext cx="11437502" cy="1015663"/>
          </a:xfrm>
          <a:prstGeom prst="rect">
            <a:avLst/>
          </a:prstGeom>
          <a:noFill/>
        </p:spPr>
        <p:txBody>
          <a:bodyPr wrap="square" rtlCol="0">
            <a:spAutoFit/>
          </a:bodyPr>
          <a:lstStyle/>
          <a:p>
            <a:r>
              <a:rPr lang="en-IN" sz="6000" dirty="0">
                <a:latin typeface="Lora" pitchFamily="2" charset="0"/>
              </a:rPr>
              <a:t>4.         Summary &amp; Conclusion </a:t>
            </a:r>
          </a:p>
        </p:txBody>
      </p:sp>
    </p:spTree>
    <p:custDataLst>
      <p:tags r:id="rId1"/>
    </p:custDataLst>
    <p:extLst>
      <p:ext uri="{BB962C8B-B14F-4D97-AF65-F5344CB8AC3E}">
        <p14:creationId xmlns:p14="http://schemas.microsoft.com/office/powerpoint/2010/main" val="2554874955"/>
      </p:ext>
    </p:extLst>
  </p:cSld>
  <p:clrMapOvr>
    <a:masterClrMapping/>
  </p:clrMapOvr>
  <mc:AlternateContent xmlns:mc="http://schemas.openxmlformats.org/markup-compatibility/2006" xmlns:p159="http://schemas.microsoft.com/office/powerpoint/2015/09/main">
    <mc:Choice Requires="p159">
      <p:transition spd="slow" advTm="5093">
        <p159:morph option="byObject"/>
      </p:transition>
    </mc:Choice>
    <mc:Fallback xmlns="">
      <p:transition spd="slow" advTm="509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F0B84B4F-A14C-C828-B1EA-55B4462CCDB1}"/>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9377F3A-0468-B071-11DD-DB5B2188B91A}"/>
              </a:ext>
            </a:extLst>
          </p:cNvPr>
          <p:cNvSpPr/>
          <p:nvPr/>
        </p:nvSpPr>
        <p:spPr>
          <a:xfrm>
            <a:off x="13461738" y="-476250"/>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0F60EDB-20D4-9FC4-98F4-380B68140632}"/>
              </a:ext>
            </a:extLst>
          </p:cNvPr>
          <p:cNvSpPr txBox="1"/>
          <p:nvPr/>
        </p:nvSpPr>
        <p:spPr>
          <a:xfrm>
            <a:off x="18114748" y="2949426"/>
            <a:ext cx="7391399" cy="1015663"/>
          </a:xfrm>
          <a:prstGeom prst="rect">
            <a:avLst/>
          </a:prstGeom>
          <a:noFill/>
        </p:spPr>
        <p:txBody>
          <a:bodyPr wrap="square" rtlCol="0">
            <a:spAutoFit/>
          </a:bodyPr>
          <a:lstStyle/>
          <a:p>
            <a:r>
              <a:rPr lang="en-IN" sz="6000" dirty="0">
                <a:solidFill>
                  <a:schemeClr val="bg1"/>
                </a:solidFill>
                <a:latin typeface="Lora" pitchFamily="2" charset="0"/>
              </a:rPr>
              <a:t>5.</a:t>
            </a:r>
          </a:p>
        </p:txBody>
      </p:sp>
      <p:sp>
        <p:nvSpPr>
          <p:cNvPr id="12" name="Oval 11">
            <a:extLst>
              <a:ext uri="{FF2B5EF4-FFF2-40B4-BE49-F238E27FC236}">
                <a16:creationId xmlns:a16="http://schemas.microsoft.com/office/drawing/2014/main" id="{42D3F70F-E44A-B580-B529-80AAC3367C84}"/>
              </a:ext>
            </a:extLst>
          </p:cNvPr>
          <p:cNvSpPr/>
          <p:nvPr/>
        </p:nvSpPr>
        <p:spPr>
          <a:xfrm>
            <a:off x="-4751406" y="-542631"/>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DF533ECD-98FB-8B07-F84B-9F88C3AA1A80}"/>
              </a:ext>
            </a:extLst>
          </p:cNvPr>
          <p:cNvSpPr txBox="1"/>
          <p:nvPr/>
        </p:nvSpPr>
        <p:spPr>
          <a:xfrm>
            <a:off x="840579" y="2921161"/>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AA2475D2-E1A6-2DF4-77D6-C4BF94DE3C85}"/>
              </a:ext>
            </a:extLst>
          </p:cNvPr>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9D9D0AD-8A07-4D30-976F-751F345A1A0A}"/>
              </a:ext>
            </a:extLst>
          </p:cNvPr>
          <p:cNvSpPr txBox="1"/>
          <p:nvPr/>
        </p:nvSpPr>
        <p:spPr>
          <a:xfrm>
            <a:off x="-4894346" y="2908340"/>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7EBAD03A-3E02-8DC0-9E57-175CEDB7132A}"/>
              </a:ext>
            </a:extLst>
          </p:cNvPr>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815EC329-3136-0A92-6248-AF0619A8D9AA}"/>
              </a:ext>
            </a:extLst>
          </p:cNvPr>
          <p:cNvSpPr txBox="1"/>
          <p:nvPr/>
        </p:nvSpPr>
        <p:spPr>
          <a:xfrm flipH="1">
            <a:off x="92480" y="2987534"/>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D37ECE2C-03FD-7E73-E0AB-229A28BCF1F4}"/>
              </a:ext>
            </a:extLst>
          </p:cNvPr>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4B4307CD-3D2A-286D-57B1-D3C20568E7CA}"/>
              </a:ext>
            </a:extLst>
          </p:cNvPr>
          <p:cNvSpPr txBox="1"/>
          <p:nvPr/>
        </p:nvSpPr>
        <p:spPr>
          <a:xfrm>
            <a:off x="-5602264" y="2459345"/>
            <a:ext cx="2262118" cy="1939303"/>
          </a:xfrm>
          <a:prstGeom prst="rect">
            <a:avLst/>
          </a:prstGeom>
          <a:noFill/>
        </p:spPr>
        <p:txBody>
          <a:bodyPr wrap="square" rtlCol="0">
            <a:spAutoFit/>
          </a:bodyPr>
          <a:lstStyle/>
          <a:p>
            <a:r>
              <a:rPr lang="en-IN" sz="6000" dirty="0"/>
              <a:t>Focus Areas</a:t>
            </a:r>
          </a:p>
        </p:txBody>
      </p:sp>
      <p:sp>
        <p:nvSpPr>
          <p:cNvPr id="2" name="Oval 1">
            <a:extLst>
              <a:ext uri="{FF2B5EF4-FFF2-40B4-BE49-F238E27FC236}">
                <a16:creationId xmlns:a16="http://schemas.microsoft.com/office/drawing/2014/main" id="{0C7514F7-005E-0F5D-3704-6A1EE735924B}"/>
              </a:ext>
            </a:extLst>
          </p:cNvPr>
          <p:cNvSpPr/>
          <p:nvPr/>
        </p:nvSpPr>
        <p:spPr>
          <a:xfrm>
            <a:off x="10672810" y="-476258"/>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7CA482D3-1E38-8AD5-E715-CCC3F55E22BF}"/>
              </a:ext>
            </a:extLst>
          </p:cNvPr>
          <p:cNvSpPr txBox="1"/>
          <p:nvPr/>
        </p:nvSpPr>
        <p:spPr>
          <a:xfrm>
            <a:off x="11422498" y="2986234"/>
            <a:ext cx="11437502" cy="1015663"/>
          </a:xfrm>
          <a:prstGeom prst="rect">
            <a:avLst/>
          </a:prstGeom>
          <a:noFill/>
        </p:spPr>
        <p:txBody>
          <a:bodyPr wrap="square" rtlCol="0">
            <a:spAutoFit/>
          </a:bodyPr>
          <a:lstStyle/>
          <a:p>
            <a:r>
              <a:rPr lang="en-IN" sz="6000" dirty="0">
                <a:solidFill>
                  <a:schemeClr val="bg1"/>
                </a:solidFill>
                <a:latin typeface="Lora" pitchFamily="2" charset="0"/>
              </a:rPr>
              <a:t>4.         Summary &amp; Conclusion </a:t>
            </a:r>
          </a:p>
        </p:txBody>
      </p:sp>
    </p:spTree>
    <p:extLst>
      <p:ext uri="{BB962C8B-B14F-4D97-AF65-F5344CB8AC3E}">
        <p14:creationId xmlns:p14="http://schemas.microsoft.com/office/powerpoint/2010/main" val="614951948"/>
      </p:ext>
    </p:extLst>
  </p:cSld>
  <p:clrMapOvr>
    <a:masterClrMapping/>
  </p:clrMapOvr>
  <mc:AlternateContent xmlns:mc="http://schemas.openxmlformats.org/markup-compatibility/2006" xmlns:p159="http://schemas.microsoft.com/office/powerpoint/2015/09/main">
    <mc:Choice Requires="p159">
      <p:transition spd="slow" advTm="77">
        <p159:morph option="byObject"/>
      </p:transition>
    </mc:Choice>
    <mc:Fallback xmlns="">
      <p:transition spd="slow" advTm="77">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5B06-8D5D-BAE0-D975-03B3A7B692C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D01DAE7-A0BA-4265-C3B6-B5FD10671D51}"/>
              </a:ext>
            </a:extLst>
          </p:cNvPr>
          <p:cNvSpPr/>
          <p:nvPr/>
        </p:nvSpPr>
        <p:spPr>
          <a:xfrm>
            <a:off x="10907224" y="-476258"/>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E7B9254E-F631-2A5C-5977-7B42FC19E172}"/>
              </a:ext>
            </a:extLst>
          </p:cNvPr>
          <p:cNvSpPr txBox="1"/>
          <p:nvPr/>
        </p:nvSpPr>
        <p:spPr>
          <a:xfrm>
            <a:off x="11499263" y="2854787"/>
            <a:ext cx="12427537" cy="1015663"/>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
        <p:nvSpPr>
          <p:cNvPr id="11" name="Oval 10">
            <a:extLst>
              <a:ext uri="{FF2B5EF4-FFF2-40B4-BE49-F238E27FC236}">
                <a16:creationId xmlns:a16="http://schemas.microsoft.com/office/drawing/2014/main" id="{704DD8EA-0967-7BB8-74CA-E33907FCA41F}"/>
              </a:ext>
            </a:extLst>
          </p:cNvPr>
          <p:cNvSpPr/>
          <p:nvPr/>
        </p:nvSpPr>
        <p:spPr>
          <a:xfrm>
            <a:off x="2923785" y="-409884"/>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F373273-77BA-1BB5-734F-2C83CCDE0C47}"/>
              </a:ext>
            </a:extLst>
          </p:cNvPr>
          <p:cNvSpPr txBox="1"/>
          <p:nvPr/>
        </p:nvSpPr>
        <p:spPr>
          <a:xfrm>
            <a:off x="3883894" y="1997831"/>
            <a:ext cx="5806708" cy="2862322"/>
          </a:xfrm>
          <a:prstGeom prst="rect">
            <a:avLst/>
          </a:prstGeom>
          <a:noFill/>
        </p:spPr>
        <p:txBody>
          <a:bodyPr wrap="square" rtlCol="0">
            <a:spAutoFit/>
          </a:bodyPr>
          <a:lstStyle/>
          <a:p>
            <a:pPr algn="ctr"/>
            <a:r>
              <a:rPr lang="en-IN" sz="6000" dirty="0">
                <a:solidFill>
                  <a:schemeClr val="bg1"/>
                </a:solidFill>
                <a:latin typeface="Lora" pitchFamily="2" charset="0"/>
              </a:rPr>
              <a:t>4.         Summary &amp; Conclusion </a:t>
            </a:r>
          </a:p>
        </p:txBody>
      </p:sp>
      <p:sp>
        <p:nvSpPr>
          <p:cNvPr id="12" name="Oval 11">
            <a:extLst>
              <a:ext uri="{FF2B5EF4-FFF2-40B4-BE49-F238E27FC236}">
                <a16:creationId xmlns:a16="http://schemas.microsoft.com/office/drawing/2014/main" id="{06FF7DF7-C1DC-C3BA-650E-4926B13A9AD2}"/>
              </a:ext>
            </a:extLst>
          </p:cNvPr>
          <p:cNvSpPr/>
          <p:nvPr/>
        </p:nvSpPr>
        <p:spPr>
          <a:xfrm>
            <a:off x="-4751406" y="-542631"/>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FEB64740-DB6B-A7E3-8F2F-D71A0A7407F6}"/>
              </a:ext>
            </a:extLst>
          </p:cNvPr>
          <p:cNvSpPr txBox="1"/>
          <p:nvPr/>
        </p:nvSpPr>
        <p:spPr>
          <a:xfrm>
            <a:off x="840579" y="2921161"/>
            <a:ext cx="1491167"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899ECE7B-E36A-EC55-5CE3-9E48372FB168}"/>
              </a:ext>
            </a:extLst>
          </p:cNvPr>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304D6597-F612-803C-139D-BC9F44A0B258}"/>
              </a:ext>
            </a:extLst>
          </p:cNvPr>
          <p:cNvSpPr txBox="1"/>
          <p:nvPr/>
        </p:nvSpPr>
        <p:spPr>
          <a:xfrm>
            <a:off x="-4894346" y="2908340"/>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03AF5ECB-93B8-A293-D471-946B19D2F485}"/>
              </a:ext>
            </a:extLst>
          </p:cNvPr>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496B67F9-BF2A-B8AA-2D4D-DB29C36DBF06}"/>
              </a:ext>
            </a:extLst>
          </p:cNvPr>
          <p:cNvSpPr txBox="1"/>
          <p:nvPr/>
        </p:nvSpPr>
        <p:spPr>
          <a:xfrm flipH="1">
            <a:off x="92480" y="2987534"/>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8DF2E056-09BD-69C3-D160-CCB6029CEE29}"/>
              </a:ext>
            </a:extLst>
          </p:cNvPr>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11EF066D-3875-9480-E38B-2A19FECFD1A3}"/>
              </a:ext>
            </a:extLst>
          </p:cNvPr>
          <p:cNvSpPr txBox="1"/>
          <p:nvPr/>
        </p:nvSpPr>
        <p:spPr>
          <a:xfrm>
            <a:off x="-5602264" y="2459345"/>
            <a:ext cx="2262118" cy="1939303"/>
          </a:xfrm>
          <a:prstGeom prst="rect">
            <a:avLst/>
          </a:prstGeom>
          <a:noFill/>
        </p:spPr>
        <p:txBody>
          <a:bodyPr wrap="square" rtlCol="0">
            <a:spAutoFit/>
          </a:bodyPr>
          <a:lstStyle/>
          <a:p>
            <a:r>
              <a:rPr lang="en-IN" sz="6000" dirty="0"/>
              <a:t>Focus Areas</a:t>
            </a:r>
          </a:p>
        </p:txBody>
      </p:sp>
    </p:spTree>
    <p:extLst>
      <p:ext uri="{BB962C8B-B14F-4D97-AF65-F5344CB8AC3E}">
        <p14:creationId xmlns:p14="http://schemas.microsoft.com/office/powerpoint/2010/main" val="10869229"/>
      </p:ext>
    </p:extLst>
  </p:cSld>
  <p:clrMapOvr>
    <a:masterClrMapping/>
  </p:clrMapOvr>
  <mc:AlternateContent xmlns:mc="http://schemas.openxmlformats.org/markup-compatibility/2006" xmlns:p159="http://schemas.microsoft.com/office/powerpoint/2015/09/main">
    <mc:Choice Requires="p159">
      <p:transition spd="slow" advTm="621">
        <p159:morph option="byObject"/>
      </p:transition>
    </mc:Choice>
    <mc:Fallback xmlns="">
      <p:transition spd="slow" advTm="62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7E06B0BD-A5E6-72A9-B9B9-FFFB3BEDC721}"/>
            </a:ext>
          </a:extLst>
        </p:cNvPr>
        <p:cNvGrpSpPr/>
        <p:nvPr/>
      </p:nvGrpSpPr>
      <p:grpSpPr>
        <a:xfrm>
          <a:off x="0" y="0"/>
          <a:ext cx="0" cy="0"/>
          <a:chOff x="0" y="0"/>
          <a:chExt cx="0" cy="0"/>
        </a:xfrm>
      </p:grpSpPr>
      <p:sp>
        <p:nvSpPr>
          <p:cNvPr id="11" name="Oval 10">
            <a:extLst>
              <a:ext uri="{FF2B5EF4-FFF2-40B4-BE49-F238E27FC236}">
                <a16:creationId xmlns:a16="http://schemas.microsoft.com/office/drawing/2014/main" id="{A8DB0A73-6DF4-3A5C-9179-2634D74D3D7E}"/>
              </a:ext>
            </a:extLst>
          </p:cNvPr>
          <p:cNvSpPr/>
          <p:nvPr/>
        </p:nvSpPr>
        <p:spPr>
          <a:xfrm>
            <a:off x="-7911020" y="-509436"/>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6FE849C0-DD57-A1BF-9504-D791DB621597}"/>
              </a:ext>
            </a:extLst>
          </p:cNvPr>
          <p:cNvSpPr txBox="1"/>
          <p:nvPr/>
        </p:nvSpPr>
        <p:spPr>
          <a:xfrm>
            <a:off x="-8766725" y="1918643"/>
            <a:ext cx="5806708" cy="2862322"/>
          </a:xfrm>
          <a:prstGeom prst="rect">
            <a:avLst/>
          </a:prstGeom>
          <a:noFill/>
        </p:spPr>
        <p:txBody>
          <a:bodyPr wrap="square" rtlCol="0">
            <a:spAutoFit/>
          </a:bodyPr>
          <a:lstStyle/>
          <a:p>
            <a:pPr algn="ctr"/>
            <a:r>
              <a:rPr lang="en-IN" sz="6000" dirty="0">
                <a:latin typeface="Lora" pitchFamily="2" charset="0"/>
              </a:rPr>
              <a:t>4.         Summary &amp; Conclusion </a:t>
            </a:r>
          </a:p>
        </p:txBody>
      </p:sp>
      <p:sp>
        <p:nvSpPr>
          <p:cNvPr id="21" name="TextBox 20">
            <a:extLst>
              <a:ext uri="{FF2B5EF4-FFF2-40B4-BE49-F238E27FC236}">
                <a16:creationId xmlns:a16="http://schemas.microsoft.com/office/drawing/2014/main" id="{7D9C2A23-BAA9-4A51-3844-47DD6E27D223}"/>
              </a:ext>
            </a:extLst>
          </p:cNvPr>
          <p:cNvSpPr txBox="1"/>
          <p:nvPr/>
        </p:nvSpPr>
        <p:spPr>
          <a:xfrm>
            <a:off x="-5142736" y="3021660"/>
            <a:ext cx="7391399" cy="1015663"/>
          </a:xfrm>
          <a:prstGeom prst="rect">
            <a:avLst/>
          </a:prstGeom>
          <a:noFill/>
        </p:spPr>
        <p:txBody>
          <a:bodyPr wrap="square" rtlCol="0">
            <a:spAutoFit/>
          </a:bodyPr>
          <a:lstStyle/>
          <a:p>
            <a:r>
              <a:rPr lang="en-IN" sz="6000" dirty="0"/>
              <a:t>4. </a:t>
            </a:r>
          </a:p>
        </p:txBody>
      </p:sp>
      <p:sp>
        <p:nvSpPr>
          <p:cNvPr id="12" name="Oval 11">
            <a:extLst>
              <a:ext uri="{FF2B5EF4-FFF2-40B4-BE49-F238E27FC236}">
                <a16:creationId xmlns:a16="http://schemas.microsoft.com/office/drawing/2014/main" id="{15A840C6-EBFC-695B-5D34-C284673D4835}"/>
              </a:ext>
            </a:extLst>
          </p:cNvPr>
          <p:cNvSpPr/>
          <p:nvPr/>
        </p:nvSpPr>
        <p:spPr>
          <a:xfrm>
            <a:off x="-8542988" y="-476250"/>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11B6D40-D79C-1E87-7D26-AEB54BC81992}"/>
              </a:ext>
            </a:extLst>
          </p:cNvPr>
          <p:cNvSpPr txBox="1"/>
          <p:nvPr/>
        </p:nvSpPr>
        <p:spPr>
          <a:xfrm>
            <a:off x="-5302494" y="2988474"/>
            <a:ext cx="7391399"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B482F66D-15D1-ADE1-DC6D-38D1F5599357}"/>
              </a:ext>
            </a:extLst>
          </p:cNvPr>
          <p:cNvSpPr/>
          <p:nvPr/>
        </p:nvSpPr>
        <p:spPr>
          <a:xfrm>
            <a:off x="-9133885" y="-542623"/>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0E3E3C2-70A5-9EA8-2892-6F51E7AA4784}"/>
              </a:ext>
            </a:extLst>
          </p:cNvPr>
          <p:cNvSpPr txBox="1"/>
          <p:nvPr/>
        </p:nvSpPr>
        <p:spPr>
          <a:xfrm>
            <a:off x="-8640436" y="2841975"/>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D7D5F9CA-4FA4-40F9-C62A-143DAFA9ABD1}"/>
              </a:ext>
            </a:extLst>
          </p:cNvPr>
          <p:cNvSpPr/>
          <p:nvPr/>
        </p:nvSpPr>
        <p:spPr>
          <a:xfrm>
            <a:off x="-9765853" y="-476250"/>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FE53523C-2E9B-EFA5-D934-05478A9BA0BB}"/>
              </a:ext>
            </a:extLst>
          </p:cNvPr>
          <p:cNvSpPr txBox="1"/>
          <p:nvPr/>
        </p:nvSpPr>
        <p:spPr>
          <a:xfrm flipH="1">
            <a:off x="-3653610" y="2921169"/>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4D8C1031-0641-BA98-2D9F-473301A1C631}"/>
              </a:ext>
            </a:extLst>
          </p:cNvPr>
          <p:cNvSpPr/>
          <p:nvPr/>
        </p:nvSpPr>
        <p:spPr>
          <a:xfrm>
            <a:off x="-10356750" y="-476250"/>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C81F1FC4-E149-081C-59BC-BF384F3C16F4}"/>
              </a:ext>
            </a:extLst>
          </p:cNvPr>
          <p:cNvSpPr txBox="1"/>
          <p:nvPr/>
        </p:nvSpPr>
        <p:spPr>
          <a:xfrm>
            <a:off x="-9348354" y="2392980"/>
            <a:ext cx="2262118" cy="1939303"/>
          </a:xfrm>
          <a:prstGeom prst="rect">
            <a:avLst/>
          </a:prstGeom>
          <a:noFill/>
        </p:spPr>
        <p:txBody>
          <a:bodyPr wrap="square" rtlCol="0">
            <a:spAutoFit/>
          </a:bodyPr>
          <a:lstStyle/>
          <a:p>
            <a:r>
              <a:rPr lang="en-IN" sz="6000" dirty="0"/>
              <a:t>Focus Areas</a:t>
            </a:r>
          </a:p>
        </p:txBody>
      </p:sp>
      <p:sp>
        <p:nvSpPr>
          <p:cNvPr id="6" name="Oval 5">
            <a:extLst>
              <a:ext uri="{FF2B5EF4-FFF2-40B4-BE49-F238E27FC236}">
                <a16:creationId xmlns:a16="http://schemas.microsoft.com/office/drawing/2014/main" id="{4560F585-4A73-667D-777C-80301482AF7A}"/>
              </a:ext>
            </a:extLst>
          </p:cNvPr>
          <p:cNvSpPr/>
          <p:nvPr/>
        </p:nvSpPr>
        <p:spPr>
          <a:xfrm>
            <a:off x="13802824" y="-409885"/>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72DE94A-C685-5B3B-762E-87AFF560F9C1}"/>
              </a:ext>
            </a:extLst>
          </p:cNvPr>
          <p:cNvSpPr txBox="1"/>
          <p:nvPr/>
        </p:nvSpPr>
        <p:spPr>
          <a:xfrm>
            <a:off x="14394863" y="2921160"/>
            <a:ext cx="7391399" cy="1015663"/>
          </a:xfrm>
          <a:prstGeom prst="rect">
            <a:avLst/>
          </a:prstGeom>
          <a:noFill/>
        </p:spPr>
        <p:txBody>
          <a:bodyPr wrap="square" rtlCol="0">
            <a:spAutoFit/>
          </a:bodyPr>
          <a:lstStyle/>
          <a:p>
            <a:r>
              <a:rPr lang="en-IN" sz="6000" dirty="0">
                <a:latin typeface="Lora" pitchFamily="2" charset="0"/>
              </a:rPr>
              <a:t>5.</a:t>
            </a:r>
          </a:p>
        </p:txBody>
      </p:sp>
      <p:sp>
        <p:nvSpPr>
          <p:cNvPr id="9" name="TextBox 8">
            <a:extLst>
              <a:ext uri="{FF2B5EF4-FFF2-40B4-BE49-F238E27FC236}">
                <a16:creationId xmlns:a16="http://schemas.microsoft.com/office/drawing/2014/main" id="{4FF232F4-8F42-45D7-7461-D2DBB416805B}"/>
              </a:ext>
            </a:extLst>
          </p:cNvPr>
          <p:cNvSpPr txBox="1">
            <a:spLocks noGrp="1" noRot="1" noMove="1" noResize="1" noEditPoints="1" noAdjustHandles="1" noChangeArrowheads="1" noChangeShapeType="1"/>
          </p:cNvSpPr>
          <p:nvPr/>
        </p:nvSpPr>
        <p:spPr>
          <a:xfrm>
            <a:off x="116381" y="197337"/>
            <a:ext cx="11959237" cy="6463308"/>
          </a:xfrm>
          <a:prstGeom prst="rect">
            <a:avLst/>
          </a:prstGeom>
          <a:noFill/>
        </p:spPr>
        <p:txBody>
          <a:bodyPr wrap="square">
            <a:spAutoFit/>
          </a:bodyPr>
          <a:lstStyle/>
          <a:p>
            <a:pPr>
              <a:buNone/>
            </a:pPr>
            <a:r>
              <a:rPr lang="en-US" sz="3600" b="1" dirty="0">
                <a:solidFill>
                  <a:srgbClr val="002060"/>
                </a:solidFill>
                <a:latin typeface="Times New Roman" panose="02020603050405020304" pitchFamily="18" charset="0"/>
                <a:cs typeface="Times New Roman" panose="02020603050405020304" pitchFamily="18" charset="0"/>
              </a:rPr>
              <a:t>Summary :</a:t>
            </a:r>
          </a:p>
          <a:p>
            <a:pPr>
              <a:buNone/>
            </a:pP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project analyzed historical movie data to understand </a:t>
            </a:r>
            <a:r>
              <a:rPr lang="en-US" sz="2400" b="1" dirty="0">
                <a:solidFill>
                  <a:srgbClr val="002060"/>
                </a:solidFill>
                <a:highlight>
                  <a:srgbClr val="D4C1ED"/>
                </a:highlight>
                <a:latin typeface="Times New Roman" panose="02020603050405020304" pitchFamily="18" charset="0"/>
                <a:cs typeface="Times New Roman" panose="02020603050405020304" pitchFamily="18" charset="0"/>
              </a:rPr>
              <a:t>revenue drivers, audience behavior, and performance patterns</a:t>
            </a:r>
            <a:r>
              <a:rPr lang="en-US" sz="2400" dirty="0">
                <a:latin typeface="Times New Roman" panose="02020603050405020304" pitchFamily="18" charset="0"/>
                <a:cs typeface="Times New Roman" panose="02020603050405020304" pitchFamily="18" charset="0"/>
              </a:rPr>
              <a:t> using data analytics and machine learning.</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Financial analysis showed that </a:t>
            </a:r>
            <a:r>
              <a:rPr lang="en-US" sz="2400" b="1" dirty="0">
                <a:solidFill>
                  <a:srgbClr val="002060"/>
                </a:solidFill>
                <a:highlight>
                  <a:srgbClr val="D4C1ED"/>
                </a:highlight>
                <a:latin typeface="Times New Roman" panose="02020603050405020304" pitchFamily="18" charset="0"/>
                <a:cs typeface="Times New Roman" panose="02020603050405020304" pitchFamily="18" charset="0"/>
              </a:rPr>
              <a:t>box-office revenue has grown over time</a:t>
            </a:r>
            <a:r>
              <a:rPr lang="en-US" sz="2400" dirty="0">
                <a:latin typeface="Times New Roman" panose="02020603050405020304" pitchFamily="18" charset="0"/>
                <a:cs typeface="Times New Roman" panose="02020603050405020304" pitchFamily="18" charset="0"/>
              </a:rPr>
              <a:t>, with a small number of blockbuster movies contributing a large share of total revenue.</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Audience and rating analysis revealed that </a:t>
            </a:r>
            <a:r>
              <a:rPr lang="en-US" sz="2400" b="1" dirty="0">
                <a:solidFill>
                  <a:srgbClr val="002060"/>
                </a:solidFill>
                <a:highlight>
                  <a:srgbClr val="D4C1ED"/>
                </a:highlight>
                <a:latin typeface="Times New Roman" panose="02020603050405020304" pitchFamily="18" charset="0"/>
                <a:cs typeface="Times New Roman" panose="02020603050405020304" pitchFamily="18" charset="0"/>
              </a:rPr>
              <a:t>commercial success is more common than high audience ratings</a:t>
            </a:r>
            <a:r>
              <a:rPr lang="en-US" sz="2400" dirty="0">
                <a:latin typeface="Times New Roman" panose="02020603050405020304" pitchFamily="18" charset="0"/>
                <a:cs typeface="Times New Roman" panose="02020603050405020304" pitchFamily="18" charset="0"/>
              </a:rPr>
              <a:t>, indicating that revenue and ratings do not always move together.</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Probability analysis quantified business risk by showing that </a:t>
            </a:r>
            <a:r>
              <a:rPr lang="en-US" sz="2400" b="1" dirty="0">
                <a:solidFill>
                  <a:srgbClr val="002060"/>
                </a:solidFill>
                <a:highlight>
                  <a:srgbClr val="D4C1ED"/>
                </a:highlight>
                <a:latin typeface="Times New Roman" panose="02020603050405020304" pitchFamily="18" charset="0"/>
                <a:cs typeface="Times New Roman" panose="02020603050405020304" pitchFamily="18" charset="0"/>
              </a:rPr>
              <a:t>only a limited percentage of movies achieve both high revenue and high ratings</a:t>
            </a:r>
            <a:r>
              <a:rPr lang="en-US" sz="2400" dirty="0">
                <a:latin typeface="Times New Roman" panose="02020603050405020304" pitchFamily="18" charset="0"/>
                <a:cs typeface="Times New Roman" panose="02020603050405020304" pitchFamily="18" charset="0"/>
              </a:rPr>
              <a:t>, highlighting uncertainty in predicting overall success.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Predictive models demonstrated </a:t>
            </a:r>
            <a:r>
              <a:rPr lang="en-US" sz="2400" b="1" dirty="0">
                <a:solidFill>
                  <a:srgbClr val="002060"/>
                </a:solidFill>
                <a:highlight>
                  <a:srgbClr val="D4C1ED"/>
                </a:highlight>
                <a:latin typeface="Times New Roman" panose="02020603050405020304" pitchFamily="18" charset="0"/>
                <a:cs typeface="Times New Roman" panose="02020603050405020304" pitchFamily="18" charset="0"/>
              </a:rPr>
              <a:t>reasonable accuracy</a:t>
            </a:r>
            <a:r>
              <a:rPr lang="en-US" sz="2400" dirty="0">
                <a:latin typeface="Times New Roman" panose="02020603050405020304" pitchFamily="18" charset="0"/>
                <a:cs typeface="Times New Roman" panose="02020603050405020304" pitchFamily="18" charset="0"/>
              </a:rPr>
              <a:t>, with improved balance after handling class imbalance, making the insights reliable for decision support rather than exact forecasting.</a:t>
            </a:r>
          </a:p>
        </p:txBody>
      </p:sp>
      <p:sp>
        <p:nvSpPr>
          <p:cNvPr id="3" name="TextBox 2">
            <a:extLst>
              <a:ext uri="{FF2B5EF4-FFF2-40B4-BE49-F238E27FC236}">
                <a16:creationId xmlns:a16="http://schemas.microsoft.com/office/drawing/2014/main" id="{2D557205-FCFB-6FDD-9757-61ADBDBF48CA}"/>
              </a:ext>
            </a:extLst>
          </p:cNvPr>
          <p:cNvSpPr txBox="1"/>
          <p:nvPr/>
        </p:nvSpPr>
        <p:spPr>
          <a:xfrm>
            <a:off x="14394863" y="2841972"/>
            <a:ext cx="12427537" cy="1015663"/>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Tree>
    <p:extLst>
      <p:ext uri="{BB962C8B-B14F-4D97-AF65-F5344CB8AC3E}">
        <p14:creationId xmlns:p14="http://schemas.microsoft.com/office/powerpoint/2010/main" val="1691662770"/>
      </p:ext>
    </p:extLst>
  </p:cSld>
  <p:clrMapOvr>
    <a:masterClrMapping/>
  </p:clrMapOvr>
  <mc:AlternateContent xmlns:mc="http://schemas.openxmlformats.org/markup-compatibility/2006" xmlns:p159="http://schemas.microsoft.com/office/powerpoint/2015/09/main">
    <mc:Choice Requires="p159">
      <p:transition spd="slow" advTm="2377">
        <p159:morph option="byObject"/>
      </p:transition>
    </mc:Choice>
    <mc:Fallback xmlns="">
      <p:transition spd="slow" advTm="2377">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2000"/>
            <a:lum/>
          </a:blip>
          <a:srcRect/>
          <a:stretch>
            <a:fillRect/>
          </a:stretch>
        </a:blipFill>
        <a:effectLst/>
      </p:bgPr>
    </p:bg>
    <p:spTree>
      <p:nvGrpSpPr>
        <p:cNvPr id="1" name="">
          <a:extLst>
            <a:ext uri="{FF2B5EF4-FFF2-40B4-BE49-F238E27FC236}">
              <a16:creationId xmlns:a16="http://schemas.microsoft.com/office/drawing/2014/main" id="{5F7FBF07-70B6-9A2F-92D6-B8E51ECFFE02}"/>
            </a:ext>
          </a:extLst>
        </p:cNvPr>
        <p:cNvGrpSpPr/>
        <p:nvPr/>
      </p:nvGrpSpPr>
      <p:grpSpPr>
        <a:xfrm>
          <a:off x="0" y="0"/>
          <a:ext cx="0" cy="0"/>
          <a:chOff x="0" y="0"/>
          <a:chExt cx="0" cy="0"/>
        </a:xfrm>
      </p:grpSpPr>
      <p:sp>
        <p:nvSpPr>
          <p:cNvPr id="11" name="Oval 10">
            <a:extLst>
              <a:ext uri="{FF2B5EF4-FFF2-40B4-BE49-F238E27FC236}">
                <a16:creationId xmlns:a16="http://schemas.microsoft.com/office/drawing/2014/main" id="{A3B83850-7C29-59F4-6031-16172654EE6D}"/>
              </a:ext>
            </a:extLst>
          </p:cNvPr>
          <p:cNvSpPr/>
          <p:nvPr/>
        </p:nvSpPr>
        <p:spPr>
          <a:xfrm>
            <a:off x="-7911020" y="-509436"/>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1F0BCEE8-82C9-59F8-2D8E-830699EE9CA2}"/>
              </a:ext>
            </a:extLst>
          </p:cNvPr>
          <p:cNvSpPr txBox="1"/>
          <p:nvPr/>
        </p:nvSpPr>
        <p:spPr>
          <a:xfrm>
            <a:off x="-8766725" y="1918643"/>
            <a:ext cx="5806708" cy="2862322"/>
          </a:xfrm>
          <a:prstGeom prst="rect">
            <a:avLst/>
          </a:prstGeom>
          <a:noFill/>
        </p:spPr>
        <p:txBody>
          <a:bodyPr wrap="square" rtlCol="0">
            <a:spAutoFit/>
          </a:bodyPr>
          <a:lstStyle/>
          <a:p>
            <a:pPr algn="ctr"/>
            <a:r>
              <a:rPr lang="en-IN" sz="6000" dirty="0">
                <a:solidFill>
                  <a:schemeClr val="bg1"/>
                </a:solidFill>
                <a:latin typeface="Lora" pitchFamily="2" charset="0"/>
              </a:rPr>
              <a:t>4.         Summary &amp; Conclusion </a:t>
            </a:r>
          </a:p>
        </p:txBody>
      </p:sp>
      <p:sp>
        <p:nvSpPr>
          <p:cNvPr id="21" name="TextBox 20">
            <a:extLst>
              <a:ext uri="{FF2B5EF4-FFF2-40B4-BE49-F238E27FC236}">
                <a16:creationId xmlns:a16="http://schemas.microsoft.com/office/drawing/2014/main" id="{1DBEECC4-1BD4-C0D1-A15F-AD6C69738F5E}"/>
              </a:ext>
            </a:extLst>
          </p:cNvPr>
          <p:cNvSpPr txBox="1"/>
          <p:nvPr/>
        </p:nvSpPr>
        <p:spPr>
          <a:xfrm>
            <a:off x="-5142736" y="3021660"/>
            <a:ext cx="7391399" cy="1015663"/>
          </a:xfrm>
          <a:prstGeom prst="rect">
            <a:avLst/>
          </a:prstGeom>
          <a:noFill/>
        </p:spPr>
        <p:txBody>
          <a:bodyPr wrap="square" rtlCol="0">
            <a:spAutoFit/>
          </a:bodyPr>
          <a:lstStyle/>
          <a:p>
            <a:r>
              <a:rPr lang="en-IN" sz="6000" dirty="0">
                <a:solidFill>
                  <a:schemeClr val="bg1"/>
                </a:solidFill>
              </a:rPr>
              <a:t>4. </a:t>
            </a:r>
          </a:p>
        </p:txBody>
      </p:sp>
      <p:sp>
        <p:nvSpPr>
          <p:cNvPr id="12" name="Oval 11">
            <a:extLst>
              <a:ext uri="{FF2B5EF4-FFF2-40B4-BE49-F238E27FC236}">
                <a16:creationId xmlns:a16="http://schemas.microsoft.com/office/drawing/2014/main" id="{F8EBBE7E-8ABB-F38F-C391-2EC951D168ED}"/>
              </a:ext>
            </a:extLst>
          </p:cNvPr>
          <p:cNvSpPr/>
          <p:nvPr/>
        </p:nvSpPr>
        <p:spPr>
          <a:xfrm>
            <a:off x="-8542988" y="-476250"/>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7E672F84-316D-01F6-2787-2C9314E19AC8}"/>
              </a:ext>
            </a:extLst>
          </p:cNvPr>
          <p:cNvSpPr txBox="1"/>
          <p:nvPr/>
        </p:nvSpPr>
        <p:spPr>
          <a:xfrm>
            <a:off x="-5302494" y="2988474"/>
            <a:ext cx="7391399" cy="1015663"/>
          </a:xfrm>
          <a:prstGeom prst="rect">
            <a:avLst/>
          </a:prstGeom>
          <a:noFill/>
        </p:spPr>
        <p:txBody>
          <a:bodyPr wrap="square" rtlCol="0">
            <a:spAutoFit/>
          </a:bodyPr>
          <a:lstStyle/>
          <a:p>
            <a:r>
              <a:rPr lang="en-IN" sz="6000" dirty="0">
                <a:solidFill>
                  <a:schemeClr val="bg1"/>
                </a:solidFill>
              </a:rPr>
              <a:t>3. </a:t>
            </a:r>
          </a:p>
        </p:txBody>
      </p:sp>
      <p:sp>
        <p:nvSpPr>
          <p:cNvPr id="13" name="Oval 12">
            <a:extLst>
              <a:ext uri="{FF2B5EF4-FFF2-40B4-BE49-F238E27FC236}">
                <a16:creationId xmlns:a16="http://schemas.microsoft.com/office/drawing/2014/main" id="{B6FC329D-14B7-2FD3-DBB5-8F43B908F8A2}"/>
              </a:ext>
            </a:extLst>
          </p:cNvPr>
          <p:cNvSpPr/>
          <p:nvPr/>
        </p:nvSpPr>
        <p:spPr>
          <a:xfrm>
            <a:off x="-9133885" y="-542623"/>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54699629-5B91-1DC5-8B17-B02F569CC14A}"/>
              </a:ext>
            </a:extLst>
          </p:cNvPr>
          <p:cNvSpPr txBox="1"/>
          <p:nvPr/>
        </p:nvSpPr>
        <p:spPr>
          <a:xfrm>
            <a:off x="-8640436" y="2841975"/>
            <a:ext cx="7391399" cy="1015663"/>
          </a:xfrm>
          <a:prstGeom prst="rect">
            <a:avLst/>
          </a:prstGeom>
          <a:noFill/>
        </p:spPr>
        <p:txBody>
          <a:bodyPr wrap="square" rtlCol="0">
            <a:spAutoFit/>
          </a:bodyPr>
          <a:lstStyle/>
          <a:p>
            <a:r>
              <a:rPr lang="en-IN" sz="6000" dirty="0">
                <a:solidFill>
                  <a:schemeClr val="bg1"/>
                </a:solidFill>
              </a:rPr>
              <a:t>2.  </a:t>
            </a:r>
            <a:r>
              <a:rPr lang="en-IN" sz="6000" dirty="0" err="1">
                <a:solidFill>
                  <a:schemeClr val="bg1"/>
                </a:solidFill>
              </a:rPr>
              <a:t>fdgdfdf</a:t>
            </a:r>
            <a:endParaRPr lang="en-IN" sz="6000" dirty="0">
              <a:solidFill>
                <a:schemeClr val="bg1"/>
              </a:solidFill>
            </a:endParaRPr>
          </a:p>
        </p:txBody>
      </p:sp>
      <p:sp>
        <p:nvSpPr>
          <p:cNvPr id="14" name="Oval 13">
            <a:extLst>
              <a:ext uri="{FF2B5EF4-FFF2-40B4-BE49-F238E27FC236}">
                <a16:creationId xmlns:a16="http://schemas.microsoft.com/office/drawing/2014/main" id="{730AC45C-22C1-E14D-5F56-4D1A36919B09}"/>
              </a:ext>
            </a:extLst>
          </p:cNvPr>
          <p:cNvSpPr/>
          <p:nvPr/>
        </p:nvSpPr>
        <p:spPr>
          <a:xfrm>
            <a:off x="-9765853" y="-476250"/>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7846532B-F59A-5434-87A6-35E4DDCE7890}"/>
              </a:ext>
            </a:extLst>
          </p:cNvPr>
          <p:cNvSpPr txBox="1"/>
          <p:nvPr/>
        </p:nvSpPr>
        <p:spPr>
          <a:xfrm flipH="1">
            <a:off x="-3653610" y="2921169"/>
            <a:ext cx="1496199" cy="1015663"/>
          </a:xfrm>
          <a:prstGeom prst="rect">
            <a:avLst/>
          </a:prstGeom>
          <a:noFill/>
        </p:spPr>
        <p:txBody>
          <a:bodyPr wrap="square" rtlCol="0">
            <a:spAutoFit/>
          </a:bodyPr>
          <a:lstStyle/>
          <a:p>
            <a:r>
              <a:rPr lang="en-IN" sz="6000" dirty="0">
                <a:solidFill>
                  <a:schemeClr val="bg1"/>
                </a:solidFill>
              </a:rPr>
              <a:t>1. </a:t>
            </a:r>
          </a:p>
        </p:txBody>
      </p:sp>
      <p:sp>
        <p:nvSpPr>
          <p:cNvPr id="15" name="Oval 14">
            <a:extLst>
              <a:ext uri="{FF2B5EF4-FFF2-40B4-BE49-F238E27FC236}">
                <a16:creationId xmlns:a16="http://schemas.microsoft.com/office/drawing/2014/main" id="{AF2A01AC-8B14-65E5-9DC7-F313B75352B9}"/>
              </a:ext>
            </a:extLst>
          </p:cNvPr>
          <p:cNvSpPr/>
          <p:nvPr/>
        </p:nvSpPr>
        <p:spPr>
          <a:xfrm>
            <a:off x="-10356750" y="-476250"/>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F6BC95DA-7FEA-8536-4790-DE4FED4430A8}"/>
              </a:ext>
            </a:extLst>
          </p:cNvPr>
          <p:cNvSpPr txBox="1"/>
          <p:nvPr/>
        </p:nvSpPr>
        <p:spPr>
          <a:xfrm>
            <a:off x="-9348354" y="2392980"/>
            <a:ext cx="2262118" cy="1939303"/>
          </a:xfrm>
          <a:prstGeom prst="rect">
            <a:avLst/>
          </a:prstGeom>
          <a:noFill/>
        </p:spPr>
        <p:txBody>
          <a:bodyPr wrap="square" rtlCol="0">
            <a:spAutoFit/>
          </a:bodyPr>
          <a:lstStyle/>
          <a:p>
            <a:r>
              <a:rPr lang="en-IN" sz="6000" dirty="0">
                <a:solidFill>
                  <a:schemeClr val="bg1"/>
                </a:solidFill>
              </a:rPr>
              <a:t>Focus Areas</a:t>
            </a:r>
          </a:p>
        </p:txBody>
      </p:sp>
      <p:sp>
        <p:nvSpPr>
          <p:cNvPr id="6" name="Oval 5">
            <a:extLst>
              <a:ext uri="{FF2B5EF4-FFF2-40B4-BE49-F238E27FC236}">
                <a16:creationId xmlns:a16="http://schemas.microsoft.com/office/drawing/2014/main" id="{E4E55466-B4D2-2BC1-CC1B-27C2129C927D}"/>
              </a:ext>
            </a:extLst>
          </p:cNvPr>
          <p:cNvSpPr/>
          <p:nvPr/>
        </p:nvSpPr>
        <p:spPr>
          <a:xfrm>
            <a:off x="13802824" y="-409885"/>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636FD8A-F588-3087-B380-12EAF902457F}"/>
              </a:ext>
            </a:extLst>
          </p:cNvPr>
          <p:cNvSpPr txBox="1">
            <a:spLocks noGrp="1" noRot="1" noMove="1" noResize="1" noEditPoints="1" noAdjustHandles="1" noChangeArrowheads="1" noChangeShapeType="1"/>
          </p:cNvSpPr>
          <p:nvPr/>
        </p:nvSpPr>
        <p:spPr>
          <a:xfrm>
            <a:off x="116381" y="197337"/>
            <a:ext cx="11959237" cy="6093976"/>
          </a:xfrm>
          <a:prstGeom prst="rect">
            <a:avLst/>
          </a:prstGeom>
          <a:noFill/>
        </p:spPr>
        <p:txBody>
          <a:bodyPr wrap="square">
            <a:spAutoFit/>
          </a:bodyPr>
          <a:lstStyle/>
          <a:p>
            <a:pPr>
              <a:buNone/>
            </a:pPr>
            <a:r>
              <a:rPr lang="en-US" sz="3600" b="1" dirty="0">
                <a:solidFill>
                  <a:srgbClr val="002060"/>
                </a:solidFill>
                <a:latin typeface="Times New Roman" panose="02020603050405020304" pitchFamily="18" charset="0"/>
                <a:cs typeface="Times New Roman" panose="02020603050405020304" pitchFamily="18" charset="0"/>
              </a:rPr>
              <a:t>Conclusion :</a:t>
            </a:r>
          </a:p>
          <a:p>
            <a:pPr>
              <a:buNone/>
            </a:pP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Revenue alone should not be used as a proxy for audience satisfaction, as many high-earning movies do not receive strong ratings.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Audience approval and financial performance are influenced by different factors, so studios should evaluate both before making investment or marketing decisions.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analysis suggests that budget allocation, popularity, and audience engagement metrics play a significant role in driving revenue outcomes.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From a business standpoint, data-driven insights can help production houses manage risk, optimize budgets, and set realistic performance expectations.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Overall, this project demonstrates how data analytics enables informed decision-making in the entertainment industry, supporting strategic planning rather than relying solely on intuition.</a:t>
            </a:r>
          </a:p>
        </p:txBody>
      </p:sp>
      <p:sp>
        <p:nvSpPr>
          <p:cNvPr id="4" name="TextBox 3">
            <a:extLst>
              <a:ext uri="{FF2B5EF4-FFF2-40B4-BE49-F238E27FC236}">
                <a16:creationId xmlns:a16="http://schemas.microsoft.com/office/drawing/2014/main" id="{C4F04D17-ADCC-4A0C-10EA-D38BCE25E7C5}"/>
              </a:ext>
            </a:extLst>
          </p:cNvPr>
          <p:cNvSpPr txBox="1"/>
          <p:nvPr/>
        </p:nvSpPr>
        <p:spPr>
          <a:xfrm>
            <a:off x="14434792" y="3244325"/>
            <a:ext cx="12427537" cy="1015663"/>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Tree>
    <p:extLst>
      <p:ext uri="{BB962C8B-B14F-4D97-AF65-F5344CB8AC3E}">
        <p14:creationId xmlns:p14="http://schemas.microsoft.com/office/powerpoint/2010/main" val="2929181569"/>
      </p:ext>
    </p:extLst>
  </p:cSld>
  <p:clrMapOvr>
    <a:masterClrMapping/>
  </p:clrMapOvr>
  <mc:AlternateContent xmlns:mc="http://schemas.openxmlformats.org/markup-compatibility/2006" xmlns:p159="http://schemas.microsoft.com/office/powerpoint/2015/09/main">
    <mc:Choice Requires="p159">
      <p:transition spd="slow" advTm="2554">
        <p159:morph option="byObject"/>
      </p:transition>
    </mc:Choice>
    <mc:Fallback xmlns="">
      <p:transition spd="slow" advTm="2554">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9F3B7-7664-58B6-7D2D-9E856EA17FF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E23F609-5F65-AF3A-4B0E-727561639AE4}"/>
              </a:ext>
            </a:extLst>
          </p:cNvPr>
          <p:cNvSpPr/>
          <p:nvPr/>
        </p:nvSpPr>
        <p:spPr>
          <a:xfrm>
            <a:off x="3858438" y="-489080"/>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76CB3BF-CF5E-562D-4F82-9E064B3B7DDE}"/>
              </a:ext>
            </a:extLst>
          </p:cNvPr>
          <p:cNvSpPr txBox="1"/>
          <p:nvPr/>
        </p:nvSpPr>
        <p:spPr>
          <a:xfrm>
            <a:off x="4243386" y="2626360"/>
            <a:ext cx="6969043" cy="1938992"/>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
        <p:nvSpPr>
          <p:cNvPr id="11" name="Oval 10">
            <a:extLst>
              <a:ext uri="{FF2B5EF4-FFF2-40B4-BE49-F238E27FC236}">
                <a16:creationId xmlns:a16="http://schemas.microsoft.com/office/drawing/2014/main" id="{971FDB92-7602-8046-E848-40538C134603}"/>
              </a:ext>
            </a:extLst>
          </p:cNvPr>
          <p:cNvSpPr/>
          <p:nvPr/>
        </p:nvSpPr>
        <p:spPr>
          <a:xfrm>
            <a:off x="-4164930" y="-443071"/>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1D9C1DB-C6EB-6412-4592-C7EF5979A4D0}"/>
              </a:ext>
            </a:extLst>
          </p:cNvPr>
          <p:cNvSpPr txBox="1"/>
          <p:nvPr/>
        </p:nvSpPr>
        <p:spPr>
          <a:xfrm>
            <a:off x="-5020635" y="1985008"/>
            <a:ext cx="5806708" cy="2862322"/>
          </a:xfrm>
          <a:prstGeom prst="rect">
            <a:avLst/>
          </a:prstGeom>
          <a:noFill/>
        </p:spPr>
        <p:txBody>
          <a:bodyPr wrap="square" rtlCol="0">
            <a:spAutoFit/>
          </a:bodyPr>
          <a:lstStyle/>
          <a:p>
            <a:pPr algn="ctr"/>
            <a:r>
              <a:rPr lang="en-IN" sz="6000" dirty="0">
                <a:latin typeface="Lora" pitchFamily="2" charset="0"/>
              </a:rPr>
              <a:t>4.         Summary &amp; Conclusion </a:t>
            </a:r>
          </a:p>
        </p:txBody>
      </p:sp>
      <p:sp>
        <p:nvSpPr>
          <p:cNvPr id="21" name="TextBox 20">
            <a:extLst>
              <a:ext uri="{FF2B5EF4-FFF2-40B4-BE49-F238E27FC236}">
                <a16:creationId xmlns:a16="http://schemas.microsoft.com/office/drawing/2014/main" id="{02ECF6CA-F593-FA65-EDB6-C96AEBC24FBA}"/>
              </a:ext>
            </a:extLst>
          </p:cNvPr>
          <p:cNvSpPr txBox="1"/>
          <p:nvPr/>
        </p:nvSpPr>
        <p:spPr>
          <a:xfrm>
            <a:off x="-1396646" y="3088025"/>
            <a:ext cx="7391399" cy="1015663"/>
          </a:xfrm>
          <a:prstGeom prst="rect">
            <a:avLst/>
          </a:prstGeom>
          <a:noFill/>
        </p:spPr>
        <p:txBody>
          <a:bodyPr wrap="square" rtlCol="0">
            <a:spAutoFit/>
          </a:bodyPr>
          <a:lstStyle/>
          <a:p>
            <a:r>
              <a:rPr lang="en-IN" sz="6000" dirty="0"/>
              <a:t>4. </a:t>
            </a:r>
          </a:p>
        </p:txBody>
      </p:sp>
      <p:sp>
        <p:nvSpPr>
          <p:cNvPr id="12" name="Oval 11">
            <a:extLst>
              <a:ext uri="{FF2B5EF4-FFF2-40B4-BE49-F238E27FC236}">
                <a16:creationId xmlns:a16="http://schemas.microsoft.com/office/drawing/2014/main" id="{E451C606-57EE-3CD1-03F6-D3E7288B21DE}"/>
              </a:ext>
            </a:extLst>
          </p:cNvPr>
          <p:cNvSpPr/>
          <p:nvPr/>
        </p:nvSpPr>
        <p:spPr>
          <a:xfrm>
            <a:off x="-4796898" y="-409885"/>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0DAEFE01-5159-134A-3D82-587556A0B7BF}"/>
              </a:ext>
            </a:extLst>
          </p:cNvPr>
          <p:cNvSpPr txBox="1"/>
          <p:nvPr/>
        </p:nvSpPr>
        <p:spPr>
          <a:xfrm>
            <a:off x="-1556404" y="3054839"/>
            <a:ext cx="7391399"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0ACA54F8-AFAF-F368-8EF0-DF68CB518F65}"/>
              </a:ext>
            </a:extLst>
          </p:cNvPr>
          <p:cNvSpPr/>
          <p:nvPr/>
        </p:nvSpPr>
        <p:spPr>
          <a:xfrm>
            <a:off x="-5387795" y="-476258"/>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EEA7FD7-C3C7-C2F2-1D7B-F0FB0C6460E6}"/>
              </a:ext>
            </a:extLst>
          </p:cNvPr>
          <p:cNvSpPr txBox="1"/>
          <p:nvPr/>
        </p:nvSpPr>
        <p:spPr>
          <a:xfrm>
            <a:off x="-4894346" y="2908340"/>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6DE534C4-EE4B-7BE4-8E96-1EEFD54EB02E}"/>
              </a:ext>
            </a:extLst>
          </p:cNvPr>
          <p:cNvSpPr/>
          <p:nvPr/>
        </p:nvSpPr>
        <p:spPr>
          <a:xfrm>
            <a:off x="-6019763" y="-409885"/>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60366BCA-06DD-C985-92F3-6B9B51BF8A47}"/>
              </a:ext>
            </a:extLst>
          </p:cNvPr>
          <p:cNvSpPr txBox="1"/>
          <p:nvPr/>
        </p:nvSpPr>
        <p:spPr>
          <a:xfrm flipH="1">
            <a:off x="92480" y="2987534"/>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14E0EEE3-1FE0-EE25-E32A-89E92D0D0C11}"/>
              </a:ext>
            </a:extLst>
          </p:cNvPr>
          <p:cNvSpPr/>
          <p:nvPr/>
        </p:nvSpPr>
        <p:spPr>
          <a:xfrm>
            <a:off x="-6610660" y="-409885"/>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4DA4EA9E-8EEF-55D4-1D2E-E3C8012DB48D}"/>
              </a:ext>
            </a:extLst>
          </p:cNvPr>
          <p:cNvSpPr txBox="1"/>
          <p:nvPr/>
        </p:nvSpPr>
        <p:spPr>
          <a:xfrm>
            <a:off x="-5602264" y="2459345"/>
            <a:ext cx="2262118" cy="1939303"/>
          </a:xfrm>
          <a:prstGeom prst="rect">
            <a:avLst/>
          </a:prstGeom>
          <a:noFill/>
        </p:spPr>
        <p:txBody>
          <a:bodyPr wrap="square" rtlCol="0">
            <a:spAutoFit/>
          </a:bodyPr>
          <a:lstStyle/>
          <a:p>
            <a:r>
              <a:rPr lang="en-IN" sz="6000" dirty="0"/>
              <a:t>Focus Areas</a:t>
            </a:r>
          </a:p>
        </p:txBody>
      </p:sp>
    </p:spTree>
    <p:extLst>
      <p:ext uri="{BB962C8B-B14F-4D97-AF65-F5344CB8AC3E}">
        <p14:creationId xmlns:p14="http://schemas.microsoft.com/office/powerpoint/2010/main" val="253656037"/>
      </p:ext>
    </p:extLst>
  </p:cSld>
  <p:clrMapOvr>
    <a:masterClrMapping/>
  </p:clrMapOvr>
  <mc:AlternateContent xmlns:mc="http://schemas.openxmlformats.org/markup-compatibility/2006" xmlns:p159="http://schemas.microsoft.com/office/powerpoint/2015/09/main">
    <mc:Choice Requires="p159">
      <p:transition spd="slow" advTm="1163">
        <p159:morph option="byObject"/>
      </p:transition>
    </mc:Choice>
    <mc:Fallback xmlns="">
      <p:transition spd="slow" advTm="1163">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2000"/>
            <a:lum/>
          </a:blip>
          <a:srcRect/>
          <a:stretch>
            <a:fillRect/>
          </a:stretch>
        </a:blipFill>
        <a:effectLst/>
      </p:bgPr>
    </p:bg>
    <p:spTree>
      <p:nvGrpSpPr>
        <p:cNvPr id="1" name="">
          <a:extLst>
            <a:ext uri="{FF2B5EF4-FFF2-40B4-BE49-F238E27FC236}">
              <a16:creationId xmlns:a16="http://schemas.microsoft.com/office/drawing/2014/main" id="{C2E6FA36-75E7-1CED-89A4-52A312BA256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E052575-0B08-B6D9-40DC-BFF389EAB180}"/>
              </a:ext>
            </a:extLst>
          </p:cNvPr>
          <p:cNvSpPr/>
          <p:nvPr/>
        </p:nvSpPr>
        <p:spPr>
          <a:xfrm>
            <a:off x="-7923947" y="-591656"/>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E11A97E-D1CC-8694-D7AB-56D448F2F203}"/>
              </a:ext>
            </a:extLst>
          </p:cNvPr>
          <p:cNvSpPr txBox="1"/>
          <p:nvPr/>
        </p:nvSpPr>
        <p:spPr>
          <a:xfrm>
            <a:off x="-9487595" y="2559995"/>
            <a:ext cx="6969043" cy="1938992"/>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
        <p:nvSpPr>
          <p:cNvPr id="11" name="Oval 10">
            <a:extLst>
              <a:ext uri="{FF2B5EF4-FFF2-40B4-BE49-F238E27FC236}">
                <a16:creationId xmlns:a16="http://schemas.microsoft.com/office/drawing/2014/main" id="{EEF30D11-8FE6-61AD-7A3D-357E2CF619AB}"/>
              </a:ext>
            </a:extLst>
          </p:cNvPr>
          <p:cNvSpPr/>
          <p:nvPr/>
        </p:nvSpPr>
        <p:spPr>
          <a:xfrm>
            <a:off x="-8660730" y="-509436"/>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AC24CFCF-438F-935D-6FBB-8DB9F17AAA19}"/>
              </a:ext>
            </a:extLst>
          </p:cNvPr>
          <p:cNvSpPr txBox="1"/>
          <p:nvPr/>
        </p:nvSpPr>
        <p:spPr>
          <a:xfrm>
            <a:off x="-9516435" y="1918643"/>
            <a:ext cx="5806708" cy="2862322"/>
          </a:xfrm>
          <a:prstGeom prst="rect">
            <a:avLst/>
          </a:prstGeom>
          <a:noFill/>
        </p:spPr>
        <p:txBody>
          <a:bodyPr wrap="square" rtlCol="0">
            <a:spAutoFit/>
          </a:bodyPr>
          <a:lstStyle/>
          <a:p>
            <a:pPr algn="ctr"/>
            <a:r>
              <a:rPr lang="en-IN" sz="6000" dirty="0">
                <a:latin typeface="Lora" pitchFamily="2" charset="0"/>
              </a:rPr>
              <a:t>4.         Summary &amp; Conclusion </a:t>
            </a:r>
          </a:p>
        </p:txBody>
      </p:sp>
      <p:sp>
        <p:nvSpPr>
          <p:cNvPr id="21" name="TextBox 20">
            <a:extLst>
              <a:ext uri="{FF2B5EF4-FFF2-40B4-BE49-F238E27FC236}">
                <a16:creationId xmlns:a16="http://schemas.microsoft.com/office/drawing/2014/main" id="{6E5A2124-1421-BC24-88E2-BCC23D4DEB25}"/>
              </a:ext>
            </a:extLst>
          </p:cNvPr>
          <p:cNvSpPr txBox="1"/>
          <p:nvPr/>
        </p:nvSpPr>
        <p:spPr>
          <a:xfrm>
            <a:off x="-5892446" y="3021660"/>
            <a:ext cx="7391399" cy="1015663"/>
          </a:xfrm>
          <a:prstGeom prst="rect">
            <a:avLst/>
          </a:prstGeom>
          <a:noFill/>
        </p:spPr>
        <p:txBody>
          <a:bodyPr wrap="square" rtlCol="0">
            <a:spAutoFit/>
          </a:bodyPr>
          <a:lstStyle/>
          <a:p>
            <a:r>
              <a:rPr lang="en-IN" sz="6000" dirty="0"/>
              <a:t>4. </a:t>
            </a:r>
          </a:p>
        </p:txBody>
      </p:sp>
      <p:sp>
        <p:nvSpPr>
          <p:cNvPr id="12" name="Oval 11">
            <a:extLst>
              <a:ext uri="{FF2B5EF4-FFF2-40B4-BE49-F238E27FC236}">
                <a16:creationId xmlns:a16="http://schemas.microsoft.com/office/drawing/2014/main" id="{126A728A-1A4B-28D9-B9C9-9B0E5028568C}"/>
              </a:ext>
            </a:extLst>
          </p:cNvPr>
          <p:cNvSpPr/>
          <p:nvPr/>
        </p:nvSpPr>
        <p:spPr>
          <a:xfrm>
            <a:off x="-9292698" y="-476250"/>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C18636EE-404E-2FE5-A1E3-1F0222FEE010}"/>
              </a:ext>
            </a:extLst>
          </p:cNvPr>
          <p:cNvSpPr txBox="1"/>
          <p:nvPr/>
        </p:nvSpPr>
        <p:spPr>
          <a:xfrm>
            <a:off x="-6052204" y="2988474"/>
            <a:ext cx="7391399"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E9D8A864-2908-9002-B816-A93FD49B221E}"/>
              </a:ext>
            </a:extLst>
          </p:cNvPr>
          <p:cNvSpPr/>
          <p:nvPr/>
        </p:nvSpPr>
        <p:spPr>
          <a:xfrm>
            <a:off x="-9883595" y="-542623"/>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71B694F-A9A2-1279-BDED-89D5D9C3A4C8}"/>
              </a:ext>
            </a:extLst>
          </p:cNvPr>
          <p:cNvSpPr txBox="1"/>
          <p:nvPr/>
        </p:nvSpPr>
        <p:spPr>
          <a:xfrm>
            <a:off x="-9390146" y="2841975"/>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ADBF241F-F9CA-CB4C-4923-8E552442C4D8}"/>
              </a:ext>
            </a:extLst>
          </p:cNvPr>
          <p:cNvSpPr/>
          <p:nvPr/>
        </p:nvSpPr>
        <p:spPr>
          <a:xfrm>
            <a:off x="-10515563" y="-476250"/>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1AFAFC51-1972-BCD9-2477-9AC2C595EF59}"/>
              </a:ext>
            </a:extLst>
          </p:cNvPr>
          <p:cNvSpPr txBox="1"/>
          <p:nvPr/>
        </p:nvSpPr>
        <p:spPr>
          <a:xfrm flipH="1">
            <a:off x="-4403320" y="2921169"/>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8F00A7F4-633B-CD49-FA8A-5D203A2CE11A}"/>
              </a:ext>
            </a:extLst>
          </p:cNvPr>
          <p:cNvSpPr/>
          <p:nvPr/>
        </p:nvSpPr>
        <p:spPr>
          <a:xfrm>
            <a:off x="-11106460" y="-476250"/>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2ADE778A-AF40-6BA0-9E8C-F6BFE3520291}"/>
              </a:ext>
            </a:extLst>
          </p:cNvPr>
          <p:cNvSpPr txBox="1"/>
          <p:nvPr/>
        </p:nvSpPr>
        <p:spPr>
          <a:xfrm>
            <a:off x="-10098064" y="2392980"/>
            <a:ext cx="2262118" cy="1939303"/>
          </a:xfrm>
          <a:prstGeom prst="rect">
            <a:avLst/>
          </a:prstGeom>
          <a:noFill/>
        </p:spPr>
        <p:txBody>
          <a:bodyPr wrap="square" rtlCol="0">
            <a:spAutoFit/>
          </a:bodyPr>
          <a:lstStyle/>
          <a:p>
            <a:r>
              <a:rPr lang="en-IN" sz="6000" dirty="0"/>
              <a:t>Focus Areas</a:t>
            </a:r>
          </a:p>
        </p:txBody>
      </p:sp>
      <p:sp>
        <p:nvSpPr>
          <p:cNvPr id="6" name="TextBox 5">
            <a:extLst>
              <a:ext uri="{FF2B5EF4-FFF2-40B4-BE49-F238E27FC236}">
                <a16:creationId xmlns:a16="http://schemas.microsoft.com/office/drawing/2014/main" id="{9A4D828B-097C-2C62-A6AE-9F5D853CD12C}"/>
              </a:ext>
            </a:extLst>
          </p:cNvPr>
          <p:cNvSpPr txBox="1"/>
          <p:nvPr/>
        </p:nvSpPr>
        <p:spPr>
          <a:xfrm>
            <a:off x="58350" y="256652"/>
            <a:ext cx="11898630" cy="3454792"/>
          </a:xfrm>
          <a:prstGeom prst="rect">
            <a:avLst/>
          </a:prstGeom>
          <a:noFill/>
        </p:spPr>
        <p:txBody>
          <a:bodyPr wrap="square">
            <a:spAutoFit/>
          </a:bodyPr>
          <a:lstStyle/>
          <a:p>
            <a:pPr>
              <a:buNone/>
            </a:pPr>
            <a:r>
              <a:rPr lang="en-US" sz="2800" b="1" dirty="0">
                <a:solidFill>
                  <a:srgbClr val="000066"/>
                </a:solidFill>
                <a:latin typeface="Lora" pitchFamily="2" charset="0"/>
              </a:rPr>
              <a:t>Limitations :</a:t>
            </a:r>
          </a:p>
          <a:p>
            <a:pPr>
              <a:buNone/>
            </a:pPr>
            <a:endParaRPr lang="en-US" sz="1050" b="1" dirty="0">
              <a:latin typeface="Lora" pitchFamily="2" charset="0"/>
            </a:endParaRPr>
          </a:p>
          <a:p>
            <a:pPr marL="285750" indent="-285750">
              <a:buFont typeface="Wingdings" panose="05000000000000000000" pitchFamily="2" charset="2"/>
              <a:buChar char="Ø"/>
            </a:pPr>
            <a:r>
              <a:rPr lang="en-US" b="1" dirty="0">
                <a:solidFill>
                  <a:srgbClr val="000066"/>
                </a:solidFill>
                <a:highlight>
                  <a:srgbClr val="D4C1ED"/>
                </a:highlight>
                <a:latin typeface="Lora" pitchFamily="2" charset="0"/>
              </a:rPr>
              <a:t>Profit is estimated</a:t>
            </a:r>
            <a:r>
              <a:rPr lang="en-US" dirty="0">
                <a:solidFill>
                  <a:srgbClr val="000066"/>
                </a:solidFill>
                <a:latin typeface="Lora" pitchFamily="2" charset="0"/>
              </a:rPr>
              <a:t> </a:t>
            </a:r>
            <a:r>
              <a:rPr lang="en-US" dirty="0">
                <a:latin typeface="Lora" pitchFamily="2" charset="0"/>
              </a:rPr>
              <a:t>as Revenue minus Budget and does not include marketing, distribution, or operational costs, which may affect true profitability.</a:t>
            </a:r>
          </a:p>
          <a:p>
            <a:pPr marL="285750" indent="-285750">
              <a:buFont typeface="Wingdings" panose="05000000000000000000" pitchFamily="2" charset="2"/>
              <a:buChar char="Ø"/>
            </a:pPr>
            <a:r>
              <a:rPr lang="en-US" b="1" dirty="0">
                <a:solidFill>
                  <a:srgbClr val="000066"/>
                </a:solidFill>
                <a:highlight>
                  <a:srgbClr val="D4C1ED"/>
                </a:highlight>
                <a:latin typeface="Lora" pitchFamily="2" charset="0"/>
              </a:rPr>
              <a:t>Data imbalance</a:t>
            </a:r>
            <a:r>
              <a:rPr lang="en-US" dirty="0">
                <a:solidFill>
                  <a:srgbClr val="000066"/>
                </a:solidFill>
                <a:highlight>
                  <a:srgbClr val="D4C1ED"/>
                </a:highlight>
                <a:latin typeface="Lora" pitchFamily="2" charset="0"/>
              </a:rPr>
              <a:t> </a:t>
            </a:r>
            <a:r>
              <a:rPr lang="en-US" dirty="0">
                <a:latin typeface="Lora" pitchFamily="2" charset="0"/>
              </a:rPr>
              <a:t>exists in audience rating categories, which can influence model performance despite applying balancing techniques.</a:t>
            </a:r>
          </a:p>
          <a:p>
            <a:pPr marL="285750" indent="-285750">
              <a:buFont typeface="Wingdings" panose="05000000000000000000" pitchFamily="2" charset="2"/>
              <a:buChar char="Ø"/>
            </a:pPr>
            <a:r>
              <a:rPr lang="en-US" b="1" dirty="0">
                <a:solidFill>
                  <a:srgbClr val="000066"/>
                </a:solidFill>
                <a:highlight>
                  <a:srgbClr val="D4C1ED"/>
                </a:highlight>
                <a:latin typeface="Lora" pitchFamily="2" charset="0"/>
              </a:rPr>
              <a:t>Popularity and ratings are proxy metrics</a:t>
            </a:r>
            <a:r>
              <a:rPr lang="en-US" dirty="0">
                <a:solidFill>
                  <a:srgbClr val="000066"/>
                </a:solidFill>
                <a:highlight>
                  <a:srgbClr val="D4C1ED"/>
                </a:highlight>
                <a:latin typeface="Lora" pitchFamily="2" charset="0"/>
              </a:rPr>
              <a:t> </a:t>
            </a:r>
            <a:r>
              <a:rPr lang="en-US" dirty="0">
                <a:latin typeface="Lora" pitchFamily="2" charset="0"/>
              </a:rPr>
              <a:t>and may not fully capture real audience sentiment or long-term brand value.</a:t>
            </a:r>
          </a:p>
          <a:p>
            <a:pPr marL="285750" indent="-285750">
              <a:buFont typeface="Wingdings" panose="05000000000000000000" pitchFamily="2" charset="2"/>
              <a:buChar char="Ø"/>
            </a:pPr>
            <a:r>
              <a:rPr lang="en-US" b="1" dirty="0">
                <a:solidFill>
                  <a:srgbClr val="000066"/>
                </a:solidFill>
                <a:highlight>
                  <a:srgbClr val="D4C1ED"/>
                </a:highlight>
                <a:latin typeface="Lora" pitchFamily="2" charset="0"/>
              </a:rPr>
              <a:t>External factors</a:t>
            </a:r>
            <a:r>
              <a:rPr lang="en-US" dirty="0">
                <a:solidFill>
                  <a:srgbClr val="000066"/>
                </a:solidFill>
                <a:highlight>
                  <a:srgbClr val="D4C1ED"/>
                </a:highlight>
                <a:latin typeface="Lora" pitchFamily="2" charset="0"/>
              </a:rPr>
              <a:t> </a:t>
            </a:r>
            <a:r>
              <a:rPr lang="en-US" dirty="0">
                <a:latin typeface="Lora" pitchFamily="2" charset="0"/>
              </a:rPr>
              <a:t>such as release timing, competition, regional performance, and marketing strategy are not included in the dataset.</a:t>
            </a:r>
          </a:p>
          <a:p>
            <a:pPr marL="285750" indent="-285750">
              <a:buFont typeface="Wingdings" panose="05000000000000000000" pitchFamily="2" charset="2"/>
              <a:buChar char="Ø"/>
            </a:pPr>
            <a:r>
              <a:rPr lang="en-US" dirty="0">
                <a:latin typeface="Lora" pitchFamily="2" charset="0"/>
              </a:rPr>
              <a:t>Predictive models are based on </a:t>
            </a:r>
            <a:r>
              <a:rPr lang="en-US" b="1" dirty="0">
                <a:solidFill>
                  <a:srgbClr val="000066"/>
                </a:solidFill>
                <a:highlight>
                  <a:srgbClr val="D4C1ED"/>
                </a:highlight>
                <a:latin typeface="Lora" pitchFamily="2" charset="0"/>
              </a:rPr>
              <a:t>historical data</a:t>
            </a:r>
            <a:r>
              <a:rPr lang="en-US" dirty="0">
                <a:latin typeface="Lora" pitchFamily="2" charset="0"/>
              </a:rPr>
              <a:t>, so performance may vary for future or changing market conditions.</a:t>
            </a:r>
          </a:p>
        </p:txBody>
      </p:sp>
      <p:sp>
        <p:nvSpPr>
          <p:cNvPr id="7" name="TextBox 6">
            <a:extLst>
              <a:ext uri="{FF2B5EF4-FFF2-40B4-BE49-F238E27FC236}">
                <a16:creationId xmlns:a16="http://schemas.microsoft.com/office/drawing/2014/main" id="{DD946745-FD72-058F-2C19-94DBBCB3CE47}"/>
              </a:ext>
            </a:extLst>
          </p:cNvPr>
          <p:cNvSpPr txBox="1"/>
          <p:nvPr/>
        </p:nvSpPr>
        <p:spPr>
          <a:xfrm>
            <a:off x="58350" y="3936832"/>
            <a:ext cx="12133650" cy="2900794"/>
          </a:xfrm>
          <a:prstGeom prst="rect">
            <a:avLst/>
          </a:prstGeom>
          <a:noFill/>
        </p:spPr>
        <p:txBody>
          <a:bodyPr wrap="square">
            <a:spAutoFit/>
          </a:bodyPr>
          <a:lstStyle/>
          <a:p>
            <a:pPr>
              <a:buNone/>
            </a:pPr>
            <a:r>
              <a:rPr lang="en-US" sz="2800" b="1" dirty="0">
                <a:solidFill>
                  <a:srgbClr val="000066"/>
                </a:solidFill>
                <a:latin typeface="Lora" pitchFamily="2" charset="0"/>
              </a:rPr>
              <a:t>Recommendations :</a:t>
            </a:r>
          </a:p>
          <a:p>
            <a:pPr>
              <a:buNone/>
            </a:pPr>
            <a:endParaRPr lang="en-US" sz="1050" b="1" dirty="0">
              <a:latin typeface="Lora" pitchFamily="2" charset="0"/>
            </a:endParaRPr>
          </a:p>
          <a:p>
            <a:pPr marL="285750" indent="-285750">
              <a:buFont typeface="Wingdings" panose="05000000000000000000" pitchFamily="2" charset="2"/>
              <a:buChar char="Ø"/>
            </a:pPr>
            <a:r>
              <a:rPr lang="en-US" dirty="0">
                <a:latin typeface="Lora" pitchFamily="2" charset="0"/>
              </a:rPr>
              <a:t>Incorporate marketing and distribution cost data to calculate more accurate net profit and ROI.</a:t>
            </a:r>
          </a:p>
          <a:p>
            <a:pPr marL="285750" indent="-285750">
              <a:buFont typeface="Wingdings" panose="05000000000000000000" pitchFamily="2" charset="2"/>
              <a:buChar char="Ø"/>
            </a:pPr>
            <a:r>
              <a:rPr lang="en-US" dirty="0">
                <a:latin typeface="Lora" pitchFamily="2" charset="0"/>
              </a:rPr>
              <a:t>Use additional audience signals such as reviews, social media sentiment, or streaming performance for deeper insights.</a:t>
            </a:r>
          </a:p>
          <a:p>
            <a:pPr marL="285750" indent="-285750">
              <a:buFont typeface="Wingdings" panose="05000000000000000000" pitchFamily="2" charset="2"/>
              <a:buChar char="Ø"/>
            </a:pPr>
            <a:r>
              <a:rPr lang="en-US" dirty="0">
                <a:latin typeface="Lora" pitchFamily="2" charset="0"/>
              </a:rPr>
              <a:t>Apply advanced models and feature engineering to further improve prediction accuracy and class-wise performance.</a:t>
            </a:r>
          </a:p>
          <a:p>
            <a:pPr marL="285750" indent="-285750">
              <a:buFont typeface="Wingdings" panose="05000000000000000000" pitchFamily="2" charset="2"/>
              <a:buChar char="Ø"/>
            </a:pPr>
            <a:r>
              <a:rPr lang="en-US" dirty="0">
                <a:latin typeface="Lora" pitchFamily="2" charset="0"/>
              </a:rPr>
              <a:t>Segment analysis by region, genre, and release period to support more targeted business decisions.</a:t>
            </a:r>
          </a:p>
          <a:p>
            <a:pPr marL="285750" indent="-285750">
              <a:buFont typeface="Wingdings" panose="05000000000000000000" pitchFamily="2" charset="2"/>
              <a:buChar char="Ø"/>
            </a:pPr>
            <a:r>
              <a:rPr lang="en-US" dirty="0">
                <a:latin typeface="Lora" pitchFamily="2" charset="0"/>
              </a:rPr>
              <a:t>Use insights from this analysis to optimize budget allocation, manage financial risk, and improve movie release strategies.</a:t>
            </a:r>
          </a:p>
        </p:txBody>
      </p:sp>
      <p:sp>
        <p:nvSpPr>
          <p:cNvPr id="8" name="TextBox 7">
            <a:extLst>
              <a:ext uri="{FF2B5EF4-FFF2-40B4-BE49-F238E27FC236}">
                <a16:creationId xmlns:a16="http://schemas.microsoft.com/office/drawing/2014/main" id="{FE9CC77D-6F1C-5A40-74F7-568665ABB9D2}"/>
              </a:ext>
            </a:extLst>
          </p:cNvPr>
          <p:cNvSpPr txBox="1"/>
          <p:nvPr/>
        </p:nvSpPr>
        <p:spPr>
          <a:xfrm>
            <a:off x="-16398220" y="3044235"/>
            <a:ext cx="5806708" cy="1015663"/>
          </a:xfrm>
          <a:prstGeom prst="rect">
            <a:avLst/>
          </a:prstGeom>
          <a:noFill/>
        </p:spPr>
        <p:txBody>
          <a:bodyPr wrap="square" rtlCol="0">
            <a:spAutoFit/>
          </a:bodyPr>
          <a:lstStyle/>
          <a:p>
            <a:pPr algn="ctr"/>
            <a:r>
              <a:rPr lang="en-IN" sz="6000" dirty="0">
                <a:latin typeface="Lora" pitchFamily="2" charset="0"/>
              </a:rPr>
              <a:t>Thank You</a:t>
            </a:r>
          </a:p>
        </p:txBody>
      </p:sp>
    </p:spTree>
    <p:custDataLst>
      <p:tags r:id="rId1"/>
    </p:custDataLst>
    <p:extLst>
      <p:ext uri="{BB962C8B-B14F-4D97-AF65-F5344CB8AC3E}">
        <p14:creationId xmlns:p14="http://schemas.microsoft.com/office/powerpoint/2010/main" val="1529842122"/>
      </p:ext>
    </p:extLst>
  </p:cSld>
  <p:clrMapOvr>
    <a:masterClrMapping/>
  </p:clrMapOvr>
  <mc:AlternateContent xmlns:mc="http://schemas.openxmlformats.org/markup-compatibility/2006" xmlns:p159="http://schemas.microsoft.com/office/powerpoint/2015/09/main">
    <mc:Choice Requires="p159">
      <p:transition spd="slow" advTm="4576">
        <p159:morph option="byObject"/>
      </p:transition>
    </mc:Choice>
    <mc:Fallback xmlns="">
      <p:transition spd="slow" advTm="457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9000"/>
            <a:lum/>
          </a:blip>
          <a:srcRect/>
          <a:stretch>
            <a:fillRect/>
          </a:stretch>
        </a:blipFill>
        <a:effectLst/>
      </p:bgPr>
    </p:bg>
    <p:spTree>
      <p:nvGrpSpPr>
        <p:cNvPr id="1" name="">
          <a:extLst>
            <a:ext uri="{FF2B5EF4-FFF2-40B4-BE49-F238E27FC236}">
              <a16:creationId xmlns:a16="http://schemas.microsoft.com/office/drawing/2014/main" id="{4A6ADD02-B1E4-3F4F-2E35-5755C9B263E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324470D-E5B2-F039-9FC2-26EE03B85388}"/>
              </a:ext>
            </a:extLst>
          </p:cNvPr>
          <p:cNvSpPr/>
          <p:nvPr/>
        </p:nvSpPr>
        <p:spPr>
          <a:xfrm>
            <a:off x="12356970" y="4956972"/>
            <a:ext cx="7391400" cy="7810500"/>
          </a:xfrm>
          <a:prstGeom prst="ellipse">
            <a:avLst/>
          </a:prstGeom>
          <a:solidFill>
            <a:srgbClr val="4D2082"/>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FA1B354-E9D1-83CF-D528-297956EEE203}"/>
              </a:ext>
            </a:extLst>
          </p:cNvPr>
          <p:cNvSpPr txBox="1"/>
          <p:nvPr/>
        </p:nvSpPr>
        <p:spPr>
          <a:xfrm>
            <a:off x="-9487595" y="2559995"/>
            <a:ext cx="6969043" cy="1938992"/>
          </a:xfrm>
          <a:prstGeom prst="rect">
            <a:avLst/>
          </a:prstGeom>
          <a:noFill/>
        </p:spPr>
        <p:txBody>
          <a:bodyPr wrap="square" rtlCol="0">
            <a:spAutoFit/>
          </a:bodyPr>
          <a:lstStyle/>
          <a:p>
            <a:pPr algn="ctr"/>
            <a:r>
              <a:rPr lang="en-IN" sz="6000" dirty="0">
                <a:solidFill>
                  <a:schemeClr val="bg1"/>
                </a:solidFill>
                <a:latin typeface="Lora" pitchFamily="2" charset="0"/>
              </a:rPr>
              <a:t>5. Limitation &amp; Recommendations</a:t>
            </a:r>
          </a:p>
        </p:txBody>
      </p:sp>
      <p:sp>
        <p:nvSpPr>
          <p:cNvPr id="11" name="Oval 10">
            <a:extLst>
              <a:ext uri="{FF2B5EF4-FFF2-40B4-BE49-F238E27FC236}">
                <a16:creationId xmlns:a16="http://schemas.microsoft.com/office/drawing/2014/main" id="{5435F53B-EA15-FFA0-1199-C8DCBD44C6E4}"/>
              </a:ext>
            </a:extLst>
          </p:cNvPr>
          <p:cNvSpPr/>
          <p:nvPr/>
        </p:nvSpPr>
        <p:spPr>
          <a:xfrm>
            <a:off x="-1860615" y="7584266"/>
            <a:ext cx="7391400" cy="7810499"/>
          </a:xfrm>
          <a:prstGeom prst="ellipse">
            <a:avLst/>
          </a:prstGeom>
          <a:solidFill>
            <a:srgbClr val="6733A7"/>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7C9D140B-91A7-FAFE-5B45-B2FBECD83313}"/>
              </a:ext>
            </a:extLst>
          </p:cNvPr>
          <p:cNvSpPr txBox="1"/>
          <p:nvPr/>
        </p:nvSpPr>
        <p:spPr>
          <a:xfrm>
            <a:off x="3193354" y="2765250"/>
            <a:ext cx="5806708" cy="1015663"/>
          </a:xfrm>
          <a:prstGeom prst="rect">
            <a:avLst/>
          </a:prstGeom>
          <a:noFill/>
        </p:spPr>
        <p:txBody>
          <a:bodyPr wrap="square" rtlCol="0">
            <a:spAutoFit/>
          </a:bodyPr>
          <a:lstStyle/>
          <a:p>
            <a:pPr algn="ctr"/>
            <a:r>
              <a:rPr lang="en-IN" sz="6000" dirty="0">
                <a:latin typeface="Lora" pitchFamily="2" charset="0"/>
              </a:rPr>
              <a:t>Thank You</a:t>
            </a:r>
          </a:p>
        </p:txBody>
      </p:sp>
      <p:sp>
        <p:nvSpPr>
          <p:cNvPr id="21" name="TextBox 20">
            <a:extLst>
              <a:ext uri="{FF2B5EF4-FFF2-40B4-BE49-F238E27FC236}">
                <a16:creationId xmlns:a16="http://schemas.microsoft.com/office/drawing/2014/main" id="{ABB6A95E-6E1D-FCFB-B6E1-B55B6FC5C20D}"/>
              </a:ext>
            </a:extLst>
          </p:cNvPr>
          <p:cNvSpPr txBox="1"/>
          <p:nvPr/>
        </p:nvSpPr>
        <p:spPr>
          <a:xfrm>
            <a:off x="-5892446" y="3021660"/>
            <a:ext cx="7391399" cy="1015663"/>
          </a:xfrm>
          <a:prstGeom prst="rect">
            <a:avLst/>
          </a:prstGeom>
          <a:noFill/>
        </p:spPr>
        <p:txBody>
          <a:bodyPr wrap="square" rtlCol="0">
            <a:spAutoFit/>
          </a:bodyPr>
          <a:lstStyle/>
          <a:p>
            <a:r>
              <a:rPr lang="en-IN" sz="6000" dirty="0"/>
              <a:t>4. </a:t>
            </a:r>
          </a:p>
        </p:txBody>
      </p:sp>
      <p:sp>
        <p:nvSpPr>
          <p:cNvPr id="12" name="Oval 11">
            <a:extLst>
              <a:ext uri="{FF2B5EF4-FFF2-40B4-BE49-F238E27FC236}">
                <a16:creationId xmlns:a16="http://schemas.microsoft.com/office/drawing/2014/main" id="{0254B301-BB1A-3F93-48CA-B1DDA7FE5737}"/>
              </a:ext>
            </a:extLst>
          </p:cNvPr>
          <p:cNvSpPr/>
          <p:nvPr/>
        </p:nvSpPr>
        <p:spPr>
          <a:xfrm>
            <a:off x="5530785" y="7584266"/>
            <a:ext cx="7391400" cy="7810500"/>
          </a:xfrm>
          <a:prstGeom prst="ellipse">
            <a:avLst/>
          </a:prstGeom>
          <a:solidFill>
            <a:srgbClr val="7746B8"/>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FCA35529-338C-51B4-95DB-F85B06E11B24}"/>
              </a:ext>
            </a:extLst>
          </p:cNvPr>
          <p:cNvSpPr txBox="1"/>
          <p:nvPr/>
        </p:nvSpPr>
        <p:spPr>
          <a:xfrm>
            <a:off x="-6052204" y="2988474"/>
            <a:ext cx="7391399" cy="1015663"/>
          </a:xfrm>
          <a:prstGeom prst="rect">
            <a:avLst/>
          </a:prstGeom>
          <a:noFill/>
        </p:spPr>
        <p:txBody>
          <a:bodyPr wrap="square" rtlCol="0">
            <a:spAutoFit/>
          </a:bodyPr>
          <a:lstStyle/>
          <a:p>
            <a:r>
              <a:rPr lang="en-IN" sz="6000" dirty="0"/>
              <a:t>3. </a:t>
            </a:r>
          </a:p>
        </p:txBody>
      </p:sp>
      <p:sp>
        <p:nvSpPr>
          <p:cNvPr id="13" name="Oval 12">
            <a:extLst>
              <a:ext uri="{FF2B5EF4-FFF2-40B4-BE49-F238E27FC236}">
                <a16:creationId xmlns:a16="http://schemas.microsoft.com/office/drawing/2014/main" id="{BAA2FDBC-400B-4D37-98A9-7A96C5C0D559}"/>
              </a:ext>
            </a:extLst>
          </p:cNvPr>
          <p:cNvSpPr/>
          <p:nvPr/>
        </p:nvSpPr>
        <p:spPr>
          <a:xfrm>
            <a:off x="203380" y="-9229423"/>
            <a:ext cx="7391400" cy="7810500"/>
          </a:xfrm>
          <a:prstGeom prst="ellipse">
            <a:avLst/>
          </a:prstGeom>
          <a:solidFill>
            <a:srgbClr val="9069C5"/>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E8A301A-7B24-A0E5-9594-056C4548DF84}"/>
              </a:ext>
            </a:extLst>
          </p:cNvPr>
          <p:cNvSpPr txBox="1"/>
          <p:nvPr/>
        </p:nvSpPr>
        <p:spPr>
          <a:xfrm>
            <a:off x="-9815332" y="2765251"/>
            <a:ext cx="7391399" cy="1015663"/>
          </a:xfrm>
          <a:prstGeom prst="rect">
            <a:avLst/>
          </a:prstGeom>
          <a:noFill/>
        </p:spPr>
        <p:txBody>
          <a:bodyPr wrap="square" rtlCol="0">
            <a:spAutoFit/>
          </a:bodyPr>
          <a:lstStyle/>
          <a:p>
            <a:r>
              <a:rPr lang="en-IN" sz="6000" dirty="0"/>
              <a:t>2.  </a:t>
            </a:r>
            <a:r>
              <a:rPr lang="en-IN" sz="6000" dirty="0" err="1"/>
              <a:t>fdgdfdf</a:t>
            </a:r>
            <a:endParaRPr lang="en-IN" sz="6000" dirty="0"/>
          </a:p>
        </p:txBody>
      </p:sp>
      <p:sp>
        <p:nvSpPr>
          <p:cNvPr id="14" name="Oval 13">
            <a:extLst>
              <a:ext uri="{FF2B5EF4-FFF2-40B4-BE49-F238E27FC236}">
                <a16:creationId xmlns:a16="http://schemas.microsoft.com/office/drawing/2014/main" id="{251FCA83-2092-9653-B515-59808D86AE61}"/>
              </a:ext>
            </a:extLst>
          </p:cNvPr>
          <p:cNvSpPr/>
          <p:nvPr/>
        </p:nvSpPr>
        <p:spPr>
          <a:xfrm>
            <a:off x="7594780" y="-8565400"/>
            <a:ext cx="7391400" cy="7810500"/>
          </a:xfrm>
          <a:prstGeom prst="ellipse">
            <a:avLst/>
          </a:prstGeom>
          <a:solidFill>
            <a:srgbClr val="AD90D4"/>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871F1B40-51BB-6149-38E3-6EFE5F650345}"/>
              </a:ext>
            </a:extLst>
          </p:cNvPr>
          <p:cNvSpPr txBox="1"/>
          <p:nvPr/>
        </p:nvSpPr>
        <p:spPr>
          <a:xfrm flipH="1">
            <a:off x="-4403320" y="2921169"/>
            <a:ext cx="1496199" cy="1015663"/>
          </a:xfrm>
          <a:prstGeom prst="rect">
            <a:avLst/>
          </a:prstGeom>
          <a:noFill/>
        </p:spPr>
        <p:txBody>
          <a:bodyPr wrap="square" rtlCol="0">
            <a:spAutoFit/>
          </a:bodyPr>
          <a:lstStyle/>
          <a:p>
            <a:r>
              <a:rPr lang="en-IN" sz="6000" dirty="0"/>
              <a:t>1. </a:t>
            </a:r>
          </a:p>
        </p:txBody>
      </p:sp>
      <p:sp>
        <p:nvSpPr>
          <p:cNvPr id="15" name="Oval 14">
            <a:extLst>
              <a:ext uri="{FF2B5EF4-FFF2-40B4-BE49-F238E27FC236}">
                <a16:creationId xmlns:a16="http://schemas.microsoft.com/office/drawing/2014/main" id="{FE310776-496A-9FED-8CAA-705B5956A617}"/>
              </a:ext>
            </a:extLst>
          </p:cNvPr>
          <p:cNvSpPr/>
          <p:nvPr/>
        </p:nvSpPr>
        <p:spPr>
          <a:xfrm>
            <a:off x="12458390" y="-2751631"/>
            <a:ext cx="7391400" cy="7810500"/>
          </a:xfrm>
          <a:prstGeom prst="ellipse">
            <a:avLst/>
          </a:prstGeom>
          <a:solidFill>
            <a:srgbClr val="D4C1ED"/>
          </a:solidFill>
          <a:ln>
            <a:noFill/>
          </a:ln>
          <a:effectLst>
            <a:outerShdw blurRad="5334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66DC4D9E-A9DB-DE53-6CDB-9BD248BAB75D}"/>
              </a:ext>
            </a:extLst>
          </p:cNvPr>
          <p:cNvSpPr txBox="1"/>
          <p:nvPr/>
        </p:nvSpPr>
        <p:spPr>
          <a:xfrm>
            <a:off x="-10098064" y="2392980"/>
            <a:ext cx="2262118" cy="1939303"/>
          </a:xfrm>
          <a:prstGeom prst="rect">
            <a:avLst/>
          </a:prstGeom>
          <a:noFill/>
        </p:spPr>
        <p:txBody>
          <a:bodyPr wrap="square" rtlCol="0">
            <a:spAutoFit/>
          </a:bodyPr>
          <a:lstStyle/>
          <a:p>
            <a:r>
              <a:rPr lang="en-IN" sz="6000" dirty="0"/>
              <a:t>Focus Areas</a:t>
            </a:r>
          </a:p>
        </p:txBody>
      </p:sp>
    </p:spTree>
    <p:extLst>
      <p:ext uri="{BB962C8B-B14F-4D97-AF65-F5344CB8AC3E}">
        <p14:creationId xmlns:p14="http://schemas.microsoft.com/office/powerpoint/2010/main" val="2831167183"/>
      </p:ext>
    </p:extLst>
  </p:cSld>
  <p:clrMapOvr>
    <a:masterClrMapping/>
  </p:clrMapOvr>
  <mc:AlternateContent xmlns:mc="http://schemas.openxmlformats.org/markup-compatibility/2006" xmlns:p159="http://schemas.microsoft.com/office/powerpoint/2015/09/main">
    <mc:Choice Requires="p159">
      <p:transition spd="slow" advTm="2574">
        <p159:morph option="byObject"/>
      </p:transition>
    </mc:Choice>
    <mc:Fallback xmlns="">
      <p:transition spd="slow" advTm="2574">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0.4|0.6|0.5"/>
</p:tagLst>
</file>

<file path=ppt/tags/tag2.xml><?xml version="1.0" encoding="utf-8"?>
<p:tagLst xmlns:a="http://schemas.openxmlformats.org/drawingml/2006/main" xmlns:r="http://schemas.openxmlformats.org/officeDocument/2006/relationships" xmlns:p="http://schemas.openxmlformats.org/presentationml/2006/main">
  <p:tag name="TIMING" val="|0.1|0.7|0.7|0.4|0.4|0.4|0.4|0.5"/>
</p:tagLst>
</file>

<file path=ppt/tags/tag3.xml><?xml version="1.0" encoding="utf-8"?>
<p:tagLst xmlns:a="http://schemas.openxmlformats.org/drawingml/2006/main" xmlns:r="http://schemas.openxmlformats.org/officeDocument/2006/relationships" xmlns:p="http://schemas.openxmlformats.org/presentationml/2006/main">
  <p:tag name="TIMING" val="|0.6|0.8"/>
</p:tagLst>
</file>

<file path=ppt/tags/tag4.xml><?xml version="1.0" encoding="utf-8"?>
<p:tagLst xmlns:a="http://schemas.openxmlformats.org/drawingml/2006/main" xmlns:r="http://schemas.openxmlformats.org/officeDocument/2006/relationships" xmlns:p="http://schemas.openxmlformats.org/presentationml/2006/main">
  <p:tag name="TIMING" val="|0|0.6"/>
</p:tagLst>
</file>

<file path=ppt/tags/tag5.xml><?xml version="1.0" encoding="utf-8"?>
<p:tagLst xmlns:a="http://schemas.openxmlformats.org/drawingml/2006/main" xmlns:r="http://schemas.openxmlformats.org/officeDocument/2006/relationships" xmlns:p="http://schemas.openxmlformats.org/presentationml/2006/main">
  <p:tag name="TIMING" val="|0.1|0.8|0.7|2.8"/>
</p:tagLst>
</file>

<file path=ppt/tags/tag6.xml><?xml version="1.0" encoding="utf-8"?>
<p:tagLst xmlns:a="http://schemas.openxmlformats.org/drawingml/2006/main" xmlns:r="http://schemas.openxmlformats.org/officeDocument/2006/relationships" xmlns:p="http://schemas.openxmlformats.org/presentationml/2006/main">
  <p:tag name="TIMING" val="|0.6"/>
</p:tagLst>
</file>

<file path=ppt/tags/tag7.xml><?xml version="1.0" encoding="utf-8"?>
<p:tagLst xmlns:a="http://schemas.openxmlformats.org/drawingml/2006/main" xmlns:r="http://schemas.openxmlformats.org/officeDocument/2006/relationships" xmlns:p="http://schemas.openxmlformats.org/presentationml/2006/main">
  <p:tag name="TIMING" val="|0.1|2.9"/>
</p:tagLst>
</file>

<file path=ppt/tags/tag8.xml><?xml version="1.0" encoding="utf-8"?>
<p:tagLst xmlns:a="http://schemas.openxmlformats.org/drawingml/2006/main" xmlns:r="http://schemas.openxmlformats.org/officeDocument/2006/relationships" xmlns:p="http://schemas.openxmlformats.org/presentationml/2006/main">
  <p:tag name="TIMING" val="|1.1|1"/>
</p:tagLst>
</file>

<file path=ppt/tags/tag9.xml><?xml version="1.0" encoding="utf-8"?>
<p:tagLst xmlns:a="http://schemas.openxmlformats.org/drawingml/2006/main" xmlns:r="http://schemas.openxmlformats.org/officeDocument/2006/relationships" xmlns:p="http://schemas.openxmlformats.org/presentationml/2006/main">
  <p:tag name="TIMING" val="|2.4"/>
</p:tagLst>
</file>

<file path=ppt/tags/tag10.xml><?xml version="1.0" encoding="utf-8"?>
<p:tagLst xmlns:a="http://schemas.openxmlformats.org/drawingml/2006/main" xmlns:r="http://schemas.openxmlformats.org/officeDocument/2006/relationships" xmlns:p="http://schemas.openxmlformats.org/presentationml/2006/main">
  <p:tag name="TIMING" val="|0.2|1.4"/>
</p:tagLst>
</file>

<file path=ppt/tags/tag11.xml><?xml version="1.0" encoding="utf-8"?>
<p:tagLst xmlns:a="http://schemas.openxmlformats.org/drawingml/2006/main" xmlns:r="http://schemas.openxmlformats.org/officeDocument/2006/relationships" xmlns:p="http://schemas.openxmlformats.org/presentationml/2006/main">
  <p:tag name="TIMING" val="|3.4"/>
</p:tagLst>
</file>

<file path=ppt/tags/tag12.xml><?xml version="1.0" encoding="utf-8"?>
<p:tagLst xmlns:a="http://schemas.openxmlformats.org/drawingml/2006/main" xmlns:r="http://schemas.openxmlformats.org/officeDocument/2006/relationships" xmlns:p="http://schemas.openxmlformats.org/presentationml/2006/main">
  <p:tag name="TIMING" val="|0.5|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1625</TotalTime>
  <Words>1858</Words>
  <Application>Microsoft Office PowerPoint</Application>
  <PresentationFormat>Widescreen</PresentationFormat>
  <Paragraphs>318</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Lora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 Chatniwala</dc:creator>
  <cp:lastModifiedBy>Yash Chatniwala</cp:lastModifiedBy>
  <cp:revision>49</cp:revision>
  <dcterms:created xsi:type="dcterms:W3CDTF">2025-12-07T21:02:11Z</dcterms:created>
  <dcterms:modified xsi:type="dcterms:W3CDTF">2025-12-21T05:25:55Z</dcterms:modified>
</cp:coreProperties>
</file>